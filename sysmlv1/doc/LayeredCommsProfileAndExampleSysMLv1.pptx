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6"/>
  </p:notesMasterIdLst>
  <p:sldIdLst>
    <p:sldId id="9283" r:id="rId5"/>
    <p:sldId id="9268" r:id="rId6"/>
    <p:sldId id="267" r:id="rId7"/>
    <p:sldId id="9244" r:id="rId8"/>
    <p:sldId id="9257" r:id="rId9"/>
    <p:sldId id="9258" r:id="rId10"/>
    <p:sldId id="9261" r:id="rId11"/>
    <p:sldId id="9263" r:id="rId12"/>
    <p:sldId id="9265" r:id="rId13"/>
    <p:sldId id="9266" r:id="rId14"/>
    <p:sldId id="9269" r:id="rId15"/>
    <p:sldId id="9270" r:id="rId16"/>
    <p:sldId id="9275" r:id="rId17"/>
    <p:sldId id="9271" r:id="rId18"/>
    <p:sldId id="9272" r:id="rId19"/>
    <p:sldId id="9273" r:id="rId20"/>
    <p:sldId id="9276" r:id="rId21"/>
    <p:sldId id="9277" r:id="rId22"/>
    <p:sldId id="9278" r:id="rId23"/>
    <p:sldId id="9279" r:id="rId24"/>
    <p:sldId id="9280" r:id="rId25"/>
    <p:sldId id="9281" r:id="rId26"/>
    <p:sldId id="9284" r:id="rId27"/>
    <p:sldId id="9285" r:id="rId28"/>
    <p:sldId id="9286" r:id="rId29"/>
    <p:sldId id="9243" r:id="rId30"/>
    <p:sldId id="9267" r:id="rId31"/>
    <p:sldId id="9287" r:id="rId32"/>
    <p:sldId id="9288" r:id="rId33"/>
    <p:sldId id="9290" r:id="rId34"/>
    <p:sldId id="9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729"/>
    <p:restoredTop sz="94822"/>
  </p:normalViewPr>
  <p:slideViewPr>
    <p:cSldViewPr snapToGrid="0">
      <p:cViewPr>
        <p:scale>
          <a:sx n="159" d="100"/>
          <a:sy n="159" d="100"/>
        </p:scale>
        <p:origin x="4928" y="232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8F015A-E505-BF46-94B6-972F77AA6CD4}" type="datetimeFigureOut">
              <a:rPr lang="en-US" smtClean="0"/>
              <a:t>7/3/26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46D29F-EFB0-6F42-9154-F26E003B2210}" type="slidenum">
              <a:rPr lang="en-US" smtClean="0"/>
              <a:t>‹#›</a:t>
            </a:fld>
            <a:endParaRPr lang="en-US"/>
          </a:p>
        </p:txBody>
      </p:sp>
    </p:spTree>
    <p:extLst>
      <p:ext uri="{BB962C8B-B14F-4D97-AF65-F5344CB8AC3E}">
        <p14:creationId xmlns:p14="http://schemas.microsoft.com/office/powerpoint/2010/main" val="2949921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6865B4C-F107-82EB-AB2D-A4120650822C}"/>
              </a:ext>
            </a:extLst>
          </p:cNvPr>
          <p:cNvSpPr/>
          <p:nvPr userDrawn="1"/>
        </p:nvSpPr>
        <p:spPr>
          <a:xfrm>
            <a:off x="0" y="0"/>
            <a:ext cx="12191999" cy="6857999"/>
          </a:xfrm>
          <a:prstGeom prst="rect">
            <a:avLst/>
          </a:prstGeom>
          <a:gradFill flip="none" rotWithShape="1">
            <a:gsLst>
              <a:gs pos="0">
                <a:schemeClr val="bg1"/>
              </a:gs>
              <a:gs pos="39000">
                <a:schemeClr val="bg1">
                  <a:lumMod val="95000"/>
                  <a:alpha val="93009"/>
                </a:schemeClr>
              </a:gs>
              <a:gs pos="69000">
                <a:schemeClr val="tx2">
                  <a:lumMod val="25000"/>
                  <a:lumOff val="75000"/>
                </a:schemeClr>
              </a:gs>
              <a:gs pos="83000">
                <a:schemeClr val="accent1">
                  <a:alpha val="77000"/>
                </a:schemeClr>
              </a:gs>
              <a:gs pos="100000">
                <a:schemeClr val="accent3">
                  <a:alpha val="83967"/>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756174BE-6488-CFF3-D47A-18ABBF29B0F0}"/>
              </a:ext>
            </a:extLst>
          </p:cNvPr>
          <p:cNvGrpSpPr/>
          <p:nvPr userDrawn="1"/>
        </p:nvGrpSpPr>
        <p:grpSpPr>
          <a:xfrm>
            <a:off x="1309620" y="402771"/>
            <a:ext cx="9572760" cy="5962499"/>
            <a:chOff x="1315635" y="1187988"/>
            <a:chExt cx="9572760" cy="4547650"/>
          </a:xfrm>
          <a:effectLst>
            <a:outerShdw blurRad="235004" dist="50800" dir="5400000" sx="103059" sy="103059" algn="ctr" rotWithShape="0">
              <a:srgbClr val="000000">
                <a:alpha val="52000"/>
              </a:srgbClr>
            </a:outerShdw>
          </a:effectLst>
        </p:grpSpPr>
        <p:sp>
          <p:nvSpPr>
            <p:cNvPr id="17" name="Rounded Rectangle 16">
              <a:extLst>
                <a:ext uri="{FF2B5EF4-FFF2-40B4-BE49-F238E27FC236}">
                  <a16:creationId xmlns:a16="http://schemas.microsoft.com/office/drawing/2014/main" id="{D0FD3980-5F11-92EF-FF13-FA351E136FB5}"/>
                </a:ext>
              </a:extLst>
            </p:cNvPr>
            <p:cNvSpPr/>
            <p:nvPr userDrawn="1"/>
          </p:nvSpPr>
          <p:spPr>
            <a:xfrm>
              <a:off x="1315635" y="1187988"/>
              <a:ext cx="9572760" cy="4547650"/>
            </a:xfrm>
            <a:prstGeom prst="roundRect">
              <a:avLst/>
            </a:prstGeom>
            <a:gradFill flip="none" rotWithShape="1">
              <a:gsLst>
                <a:gs pos="0">
                  <a:schemeClr val="tx1"/>
                </a:gs>
                <a:gs pos="85000">
                  <a:schemeClr val="tx1"/>
                </a:gs>
                <a:gs pos="8000">
                  <a:schemeClr val="tx1"/>
                </a:gs>
                <a:gs pos="27000">
                  <a:schemeClr val="tx1"/>
                </a:gs>
                <a:gs pos="17000">
                  <a:schemeClr val="bg2"/>
                </a:gs>
                <a:gs pos="75000">
                  <a:schemeClr val="tx1"/>
                </a:gs>
                <a:gs pos="81000">
                  <a:schemeClr val="bg2"/>
                </a:gs>
                <a:gs pos="100000">
                  <a:schemeClr val="tx1"/>
                </a:gs>
              </a:gsLst>
              <a:lin ang="8100000" scaled="1"/>
              <a:tileRect/>
            </a:gradFill>
            <a:ln w="28575">
              <a:noFill/>
              <a:extLst>
                <a:ext uri="{C807C97D-BFC1-408E-A445-0C87EB9F89A2}">
                  <ask:lineSketchStyleProps xmlns:ask="http://schemas.microsoft.com/office/drawing/2018/sketchyshapes">
                    <ask:type>
                      <ask:lineSketchNone/>
                    </ask:type>
                  </ask:lineSketchStyleProps>
                </a:ext>
              </a:extLst>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73AE09D-EA77-8387-9035-FBECBFB709FD}"/>
                </a:ext>
              </a:extLst>
            </p:cNvPr>
            <p:cNvSpPr/>
            <p:nvPr userDrawn="1"/>
          </p:nvSpPr>
          <p:spPr>
            <a:xfrm>
              <a:off x="1524000" y="1353237"/>
              <a:ext cx="9151234" cy="4252018"/>
            </a:xfrm>
            <a:prstGeom prst="roundRect">
              <a:avLst/>
            </a:prstGeom>
            <a:solidFill>
              <a:schemeClr val="bg1"/>
            </a:solidFill>
            <a:ln w="28575">
              <a:no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id="{E0EEA515-5401-F337-BEF7-77ABC3A77B02}"/>
              </a:ext>
            </a:extLst>
          </p:cNvPr>
          <p:cNvSpPr>
            <a:spLocks noGrp="1"/>
          </p:cNvSpPr>
          <p:nvPr>
            <p:ph type="ctrTitle"/>
          </p:nvPr>
        </p:nvSpPr>
        <p:spPr>
          <a:xfrm>
            <a:off x="1927866" y="892630"/>
            <a:ext cx="8348298" cy="2298608"/>
          </a:xfrm>
        </p:spPr>
        <p:txBody>
          <a:bodyPr>
            <a:normAutofit/>
          </a:bodyPr>
          <a:lstStyle>
            <a:lvl1pPr algn="ctr">
              <a:defRPr sz="6000"/>
            </a:lvl1pPr>
          </a:lstStyle>
          <a:p>
            <a:r>
              <a:rPr lang="en-US"/>
              <a:t>Click to edit Master title style</a:t>
            </a:r>
            <a:endParaRPr lang="en-US" dirty="0"/>
          </a:p>
        </p:txBody>
      </p:sp>
      <p:sp>
        <p:nvSpPr>
          <p:cNvPr id="20" name="Subtitle 2">
            <a:extLst>
              <a:ext uri="{FF2B5EF4-FFF2-40B4-BE49-F238E27FC236}">
                <a16:creationId xmlns:a16="http://schemas.microsoft.com/office/drawing/2014/main" id="{78B563FA-5782-AF01-66E8-901FE17D1A5C}"/>
              </a:ext>
            </a:extLst>
          </p:cNvPr>
          <p:cNvSpPr>
            <a:spLocks noGrp="1"/>
          </p:cNvSpPr>
          <p:nvPr>
            <p:ph type="subTitle" idx="1"/>
          </p:nvPr>
        </p:nvSpPr>
        <p:spPr>
          <a:xfrm>
            <a:off x="1933881" y="3409914"/>
            <a:ext cx="8348298" cy="520616"/>
          </a:xfrm>
        </p:spPr>
        <p:txBody>
          <a:bodyPr/>
          <a:lstStyle>
            <a:lvl1pPr marL="0" indent="0" algn="ctr">
              <a:buNone/>
              <a:defRPr/>
            </a:lvl1pPr>
          </a:lstStyle>
          <a:p>
            <a:r>
              <a:rPr lang="en-US"/>
              <a:t>Click to edit Master subtitle style</a:t>
            </a:r>
            <a:endParaRPr lang="en-US" dirty="0"/>
          </a:p>
        </p:txBody>
      </p:sp>
      <p:pic>
        <p:nvPicPr>
          <p:cNvPr id="2" name="Picture 1" descr="A blue and black logo&#10;&#10;AI-generated content may be incorrect.">
            <a:extLst>
              <a:ext uri="{FF2B5EF4-FFF2-40B4-BE49-F238E27FC236}">
                <a16:creationId xmlns:a16="http://schemas.microsoft.com/office/drawing/2014/main" id="{FA2870B2-80DC-FFD2-ABAC-747439A010CF}"/>
              </a:ext>
            </a:extLst>
          </p:cNvPr>
          <p:cNvPicPr>
            <a:picLocks noChangeAspect="1"/>
          </p:cNvPicPr>
          <p:nvPr userDrawn="1"/>
        </p:nvPicPr>
        <p:blipFill>
          <a:blip r:embed="rId2"/>
          <a:stretch>
            <a:fillRect/>
          </a:stretch>
        </p:blipFill>
        <p:spPr>
          <a:xfrm>
            <a:off x="4123230" y="4198946"/>
            <a:ext cx="3940744" cy="1766424"/>
          </a:xfrm>
          <a:prstGeom prst="rect">
            <a:avLst/>
          </a:prstGeom>
        </p:spPr>
      </p:pic>
    </p:spTree>
    <p:extLst>
      <p:ext uri="{BB962C8B-B14F-4D97-AF65-F5344CB8AC3E}">
        <p14:creationId xmlns:p14="http://schemas.microsoft.com/office/powerpoint/2010/main" val="3025513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6865B4C-F107-82EB-AB2D-A4120650822C}"/>
              </a:ext>
            </a:extLst>
          </p:cNvPr>
          <p:cNvSpPr/>
          <p:nvPr userDrawn="1"/>
        </p:nvSpPr>
        <p:spPr>
          <a:xfrm>
            <a:off x="0" y="0"/>
            <a:ext cx="12191999" cy="6857999"/>
          </a:xfrm>
          <a:prstGeom prst="rect">
            <a:avLst/>
          </a:prstGeom>
          <a:gradFill flip="none" rotWithShape="1">
            <a:gsLst>
              <a:gs pos="0">
                <a:schemeClr val="bg1"/>
              </a:gs>
              <a:gs pos="39000">
                <a:schemeClr val="bg1">
                  <a:lumMod val="95000"/>
                  <a:alpha val="93009"/>
                </a:schemeClr>
              </a:gs>
              <a:gs pos="69000">
                <a:schemeClr val="tx2">
                  <a:lumMod val="25000"/>
                  <a:lumOff val="75000"/>
                </a:schemeClr>
              </a:gs>
              <a:gs pos="83000">
                <a:schemeClr val="accent1">
                  <a:alpha val="77000"/>
                </a:schemeClr>
              </a:gs>
              <a:gs pos="100000">
                <a:schemeClr val="accent3">
                  <a:alpha val="83967"/>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756174BE-6488-CFF3-D47A-18ABBF29B0F0}"/>
              </a:ext>
            </a:extLst>
          </p:cNvPr>
          <p:cNvGrpSpPr/>
          <p:nvPr userDrawn="1"/>
        </p:nvGrpSpPr>
        <p:grpSpPr>
          <a:xfrm>
            <a:off x="1309620" y="402771"/>
            <a:ext cx="9572760" cy="5962499"/>
            <a:chOff x="1315635" y="1187988"/>
            <a:chExt cx="9572760" cy="4547650"/>
          </a:xfrm>
          <a:effectLst>
            <a:outerShdw blurRad="235004" dist="50800" dir="5400000" sx="103059" sy="103059" algn="ctr" rotWithShape="0">
              <a:srgbClr val="000000">
                <a:alpha val="52000"/>
              </a:srgbClr>
            </a:outerShdw>
          </a:effectLst>
        </p:grpSpPr>
        <p:sp>
          <p:nvSpPr>
            <p:cNvPr id="17" name="Rounded Rectangle 16">
              <a:extLst>
                <a:ext uri="{FF2B5EF4-FFF2-40B4-BE49-F238E27FC236}">
                  <a16:creationId xmlns:a16="http://schemas.microsoft.com/office/drawing/2014/main" id="{D0FD3980-5F11-92EF-FF13-FA351E136FB5}"/>
                </a:ext>
              </a:extLst>
            </p:cNvPr>
            <p:cNvSpPr/>
            <p:nvPr userDrawn="1"/>
          </p:nvSpPr>
          <p:spPr>
            <a:xfrm>
              <a:off x="1315635" y="1187988"/>
              <a:ext cx="9572760" cy="4547650"/>
            </a:xfrm>
            <a:prstGeom prst="roundRect">
              <a:avLst/>
            </a:prstGeom>
            <a:gradFill flip="none" rotWithShape="1">
              <a:gsLst>
                <a:gs pos="0">
                  <a:schemeClr val="tx1"/>
                </a:gs>
                <a:gs pos="85000">
                  <a:schemeClr val="tx1"/>
                </a:gs>
                <a:gs pos="8000">
                  <a:schemeClr val="tx1"/>
                </a:gs>
                <a:gs pos="27000">
                  <a:schemeClr val="tx1"/>
                </a:gs>
                <a:gs pos="17000">
                  <a:schemeClr val="bg2"/>
                </a:gs>
                <a:gs pos="75000">
                  <a:schemeClr val="tx1"/>
                </a:gs>
                <a:gs pos="81000">
                  <a:schemeClr val="bg2"/>
                </a:gs>
                <a:gs pos="100000">
                  <a:schemeClr val="tx1"/>
                </a:gs>
              </a:gsLst>
              <a:lin ang="8100000" scaled="1"/>
              <a:tileRect/>
            </a:gradFill>
            <a:ln w="28575">
              <a:noFill/>
              <a:extLst>
                <a:ext uri="{C807C97D-BFC1-408E-A445-0C87EB9F89A2}">
                  <ask:lineSketchStyleProps xmlns:ask="http://schemas.microsoft.com/office/drawing/2018/sketchyshapes">
                    <ask:type>
                      <ask:lineSketchNone/>
                    </ask:type>
                  </ask:lineSketchStyleProps>
                </a:ext>
              </a:extLst>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73AE09D-EA77-8387-9035-FBECBFB709FD}"/>
                </a:ext>
              </a:extLst>
            </p:cNvPr>
            <p:cNvSpPr/>
            <p:nvPr userDrawn="1"/>
          </p:nvSpPr>
          <p:spPr>
            <a:xfrm>
              <a:off x="1524000" y="1353237"/>
              <a:ext cx="9151234" cy="4252018"/>
            </a:xfrm>
            <a:prstGeom prst="roundRect">
              <a:avLst/>
            </a:prstGeom>
            <a:solidFill>
              <a:schemeClr val="bg1"/>
            </a:solidFill>
            <a:ln w="28575">
              <a:no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id="{E0EEA515-5401-F337-BEF7-77ABC3A77B02}"/>
              </a:ext>
            </a:extLst>
          </p:cNvPr>
          <p:cNvSpPr>
            <a:spLocks noGrp="1"/>
          </p:cNvSpPr>
          <p:nvPr>
            <p:ph type="ctrTitle"/>
          </p:nvPr>
        </p:nvSpPr>
        <p:spPr>
          <a:xfrm>
            <a:off x="1927866" y="892630"/>
            <a:ext cx="8348298" cy="2298608"/>
          </a:xfrm>
        </p:spPr>
        <p:txBody>
          <a:bodyPr>
            <a:normAutofit/>
          </a:bodyPr>
          <a:lstStyle>
            <a:lvl1pPr algn="ctr">
              <a:defRPr sz="6000"/>
            </a:lvl1pPr>
          </a:lstStyle>
          <a:p>
            <a:r>
              <a:rPr lang="en-US"/>
              <a:t>Click to edit Master title style</a:t>
            </a:r>
            <a:endParaRPr lang="en-US" dirty="0"/>
          </a:p>
        </p:txBody>
      </p:sp>
      <p:sp>
        <p:nvSpPr>
          <p:cNvPr id="20" name="Subtitle 2">
            <a:extLst>
              <a:ext uri="{FF2B5EF4-FFF2-40B4-BE49-F238E27FC236}">
                <a16:creationId xmlns:a16="http://schemas.microsoft.com/office/drawing/2014/main" id="{78B563FA-5782-AF01-66E8-901FE17D1A5C}"/>
              </a:ext>
            </a:extLst>
          </p:cNvPr>
          <p:cNvSpPr>
            <a:spLocks noGrp="1"/>
          </p:cNvSpPr>
          <p:nvPr>
            <p:ph type="subTitle" idx="1"/>
          </p:nvPr>
        </p:nvSpPr>
        <p:spPr>
          <a:xfrm>
            <a:off x="1933881" y="3409914"/>
            <a:ext cx="8348298" cy="520616"/>
          </a:xfrm>
        </p:spPr>
        <p:txBody>
          <a:bodyPr/>
          <a:lstStyle>
            <a:lvl1pPr marL="0" indent="0" algn="ctr">
              <a:buNone/>
              <a:defRPr/>
            </a:lvl1pPr>
          </a:lstStyle>
          <a:p>
            <a:r>
              <a:rPr lang="en-US"/>
              <a:t>Click to edit Master subtitle style</a:t>
            </a:r>
            <a:endParaRPr lang="en-US" dirty="0"/>
          </a:p>
        </p:txBody>
      </p:sp>
    </p:spTree>
    <p:extLst>
      <p:ext uri="{BB962C8B-B14F-4D97-AF65-F5344CB8AC3E}">
        <p14:creationId xmlns:p14="http://schemas.microsoft.com/office/powerpoint/2010/main" val="690750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6865B4C-F107-82EB-AB2D-A4120650822C}"/>
              </a:ext>
            </a:extLst>
          </p:cNvPr>
          <p:cNvSpPr/>
          <p:nvPr userDrawn="1"/>
        </p:nvSpPr>
        <p:spPr>
          <a:xfrm>
            <a:off x="0" y="0"/>
            <a:ext cx="12191999" cy="6857999"/>
          </a:xfrm>
          <a:prstGeom prst="rect">
            <a:avLst/>
          </a:prstGeom>
          <a:gradFill flip="none" rotWithShape="1">
            <a:gsLst>
              <a:gs pos="0">
                <a:schemeClr val="bg1"/>
              </a:gs>
              <a:gs pos="39000">
                <a:schemeClr val="bg1">
                  <a:lumMod val="95000"/>
                  <a:alpha val="93009"/>
                </a:schemeClr>
              </a:gs>
              <a:gs pos="69000">
                <a:schemeClr val="tx2">
                  <a:lumMod val="25000"/>
                  <a:lumOff val="75000"/>
                </a:schemeClr>
              </a:gs>
              <a:gs pos="83000">
                <a:schemeClr val="accent1">
                  <a:alpha val="77000"/>
                </a:schemeClr>
              </a:gs>
              <a:gs pos="100000">
                <a:schemeClr val="accent3">
                  <a:alpha val="83967"/>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756174BE-6488-CFF3-D47A-18ABBF29B0F0}"/>
              </a:ext>
            </a:extLst>
          </p:cNvPr>
          <p:cNvGrpSpPr/>
          <p:nvPr userDrawn="1"/>
        </p:nvGrpSpPr>
        <p:grpSpPr>
          <a:xfrm>
            <a:off x="1309620" y="402771"/>
            <a:ext cx="9572760" cy="5962499"/>
            <a:chOff x="1315635" y="1187988"/>
            <a:chExt cx="9572760" cy="4547650"/>
          </a:xfrm>
          <a:effectLst>
            <a:outerShdw blurRad="235004" dist="50800" dir="5400000" sx="103059" sy="103059" algn="ctr" rotWithShape="0">
              <a:srgbClr val="000000">
                <a:alpha val="52000"/>
              </a:srgbClr>
            </a:outerShdw>
          </a:effectLst>
        </p:grpSpPr>
        <p:sp>
          <p:nvSpPr>
            <p:cNvPr id="17" name="Rounded Rectangle 16">
              <a:extLst>
                <a:ext uri="{FF2B5EF4-FFF2-40B4-BE49-F238E27FC236}">
                  <a16:creationId xmlns:a16="http://schemas.microsoft.com/office/drawing/2014/main" id="{D0FD3980-5F11-92EF-FF13-FA351E136FB5}"/>
                </a:ext>
              </a:extLst>
            </p:cNvPr>
            <p:cNvSpPr/>
            <p:nvPr userDrawn="1"/>
          </p:nvSpPr>
          <p:spPr>
            <a:xfrm>
              <a:off x="1315635" y="1187988"/>
              <a:ext cx="9572760" cy="4547650"/>
            </a:xfrm>
            <a:prstGeom prst="roundRect">
              <a:avLst/>
            </a:prstGeom>
            <a:gradFill flip="none" rotWithShape="1">
              <a:gsLst>
                <a:gs pos="0">
                  <a:schemeClr val="tx1"/>
                </a:gs>
                <a:gs pos="85000">
                  <a:schemeClr val="tx1"/>
                </a:gs>
                <a:gs pos="8000">
                  <a:schemeClr val="tx1"/>
                </a:gs>
                <a:gs pos="27000">
                  <a:schemeClr val="tx1"/>
                </a:gs>
                <a:gs pos="17000">
                  <a:schemeClr val="bg2"/>
                </a:gs>
                <a:gs pos="75000">
                  <a:schemeClr val="tx1"/>
                </a:gs>
                <a:gs pos="81000">
                  <a:schemeClr val="bg2"/>
                </a:gs>
                <a:gs pos="100000">
                  <a:schemeClr val="tx1"/>
                </a:gs>
              </a:gsLst>
              <a:lin ang="8100000" scaled="1"/>
              <a:tileRect/>
            </a:gradFill>
            <a:ln w="28575">
              <a:noFill/>
              <a:extLst>
                <a:ext uri="{C807C97D-BFC1-408E-A445-0C87EB9F89A2}">
                  <ask:lineSketchStyleProps xmlns:ask="http://schemas.microsoft.com/office/drawing/2018/sketchyshapes">
                    <ask:type>
                      <ask:lineSketchNone/>
                    </ask:type>
                  </ask:lineSketchStyleProps>
                </a:ext>
              </a:extLst>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73AE09D-EA77-8387-9035-FBECBFB709FD}"/>
                </a:ext>
              </a:extLst>
            </p:cNvPr>
            <p:cNvSpPr/>
            <p:nvPr userDrawn="1"/>
          </p:nvSpPr>
          <p:spPr>
            <a:xfrm>
              <a:off x="1524000" y="1353237"/>
              <a:ext cx="9151234" cy="4252018"/>
            </a:xfrm>
            <a:prstGeom prst="roundRect">
              <a:avLst/>
            </a:prstGeom>
            <a:solidFill>
              <a:schemeClr val="bg1"/>
            </a:solidFill>
            <a:ln w="28575">
              <a:no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id="{E0EEA515-5401-F337-BEF7-77ABC3A77B02}"/>
              </a:ext>
            </a:extLst>
          </p:cNvPr>
          <p:cNvSpPr>
            <a:spLocks noGrp="1"/>
          </p:cNvSpPr>
          <p:nvPr>
            <p:ph type="ctrTitle"/>
          </p:nvPr>
        </p:nvSpPr>
        <p:spPr>
          <a:xfrm>
            <a:off x="1927866" y="892630"/>
            <a:ext cx="8348298" cy="2298608"/>
          </a:xfrm>
        </p:spPr>
        <p:txBody>
          <a:bodyPr>
            <a:normAutofit/>
          </a:bodyPr>
          <a:lstStyle>
            <a:lvl1pPr algn="ctr">
              <a:defRPr sz="6000"/>
            </a:lvl1pPr>
          </a:lstStyle>
          <a:p>
            <a:r>
              <a:rPr lang="en-US"/>
              <a:t>Click to edit Master title style</a:t>
            </a:r>
            <a:endParaRPr lang="en-US" dirty="0"/>
          </a:p>
        </p:txBody>
      </p:sp>
      <p:sp>
        <p:nvSpPr>
          <p:cNvPr id="20" name="Subtitle 2">
            <a:extLst>
              <a:ext uri="{FF2B5EF4-FFF2-40B4-BE49-F238E27FC236}">
                <a16:creationId xmlns:a16="http://schemas.microsoft.com/office/drawing/2014/main" id="{78B563FA-5782-AF01-66E8-901FE17D1A5C}"/>
              </a:ext>
            </a:extLst>
          </p:cNvPr>
          <p:cNvSpPr>
            <a:spLocks noGrp="1"/>
          </p:cNvSpPr>
          <p:nvPr>
            <p:ph type="subTitle" idx="1"/>
          </p:nvPr>
        </p:nvSpPr>
        <p:spPr>
          <a:xfrm>
            <a:off x="1933881" y="3409914"/>
            <a:ext cx="8348298" cy="520616"/>
          </a:xfrm>
        </p:spPr>
        <p:txBody>
          <a:bodyPr/>
          <a:lstStyle>
            <a:lvl1pPr marL="0" indent="0" algn="ctr">
              <a:buNone/>
              <a:defRPr/>
            </a:lvl1pPr>
          </a:lstStyle>
          <a:p>
            <a:r>
              <a:rPr lang="en-US"/>
              <a:t>Click to edit Master subtitle style</a:t>
            </a:r>
            <a:endParaRPr lang="en-US" dirty="0"/>
          </a:p>
        </p:txBody>
      </p:sp>
      <p:pic>
        <p:nvPicPr>
          <p:cNvPr id="3" name="Picture 2" descr="A black and blue text&#10;&#10;AI-generated content may be incorrect.">
            <a:extLst>
              <a:ext uri="{FF2B5EF4-FFF2-40B4-BE49-F238E27FC236}">
                <a16:creationId xmlns:a16="http://schemas.microsoft.com/office/drawing/2014/main" id="{60F0919F-1C07-F3C1-183B-73BB88CF4F99}"/>
              </a:ext>
            </a:extLst>
          </p:cNvPr>
          <p:cNvPicPr>
            <a:picLocks noChangeAspect="1"/>
          </p:cNvPicPr>
          <p:nvPr userDrawn="1"/>
        </p:nvPicPr>
        <p:blipFill>
          <a:blip r:embed="rId2"/>
          <a:stretch>
            <a:fillRect/>
          </a:stretch>
        </p:blipFill>
        <p:spPr>
          <a:xfrm>
            <a:off x="3518307" y="4369893"/>
            <a:ext cx="5155386" cy="1595477"/>
          </a:xfrm>
          <a:prstGeom prst="rect">
            <a:avLst/>
          </a:prstGeom>
        </p:spPr>
      </p:pic>
    </p:spTree>
    <p:extLst>
      <p:ext uri="{BB962C8B-B14F-4D97-AF65-F5344CB8AC3E}">
        <p14:creationId xmlns:p14="http://schemas.microsoft.com/office/powerpoint/2010/main" val="2170278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6865B4C-F107-82EB-AB2D-A4120650822C}"/>
              </a:ext>
            </a:extLst>
          </p:cNvPr>
          <p:cNvSpPr/>
          <p:nvPr userDrawn="1"/>
        </p:nvSpPr>
        <p:spPr>
          <a:xfrm>
            <a:off x="0" y="0"/>
            <a:ext cx="12191999" cy="6857999"/>
          </a:xfrm>
          <a:prstGeom prst="rect">
            <a:avLst/>
          </a:prstGeom>
          <a:gradFill flip="none" rotWithShape="1">
            <a:gsLst>
              <a:gs pos="0">
                <a:schemeClr val="bg1"/>
              </a:gs>
              <a:gs pos="39000">
                <a:schemeClr val="bg1">
                  <a:lumMod val="95000"/>
                  <a:alpha val="93009"/>
                </a:schemeClr>
              </a:gs>
              <a:gs pos="69000">
                <a:schemeClr val="tx2">
                  <a:lumMod val="25000"/>
                  <a:lumOff val="75000"/>
                </a:schemeClr>
              </a:gs>
              <a:gs pos="83000">
                <a:schemeClr val="accent1">
                  <a:alpha val="77000"/>
                </a:schemeClr>
              </a:gs>
              <a:gs pos="100000">
                <a:schemeClr val="accent3">
                  <a:alpha val="83967"/>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756174BE-6488-CFF3-D47A-18ABBF29B0F0}"/>
              </a:ext>
            </a:extLst>
          </p:cNvPr>
          <p:cNvGrpSpPr/>
          <p:nvPr userDrawn="1"/>
        </p:nvGrpSpPr>
        <p:grpSpPr>
          <a:xfrm>
            <a:off x="1309620" y="402771"/>
            <a:ext cx="9572760" cy="5962499"/>
            <a:chOff x="1315635" y="1187988"/>
            <a:chExt cx="9572760" cy="4547650"/>
          </a:xfrm>
          <a:effectLst>
            <a:outerShdw blurRad="235004" dist="50800" dir="5400000" sx="103059" sy="103059" algn="ctr" rotWithShape="0">
              <a:srgbClr val="000000">
                <a:alpha val="52000"/>
              </a:srgbClr>
            </a:outerShdw>
          </a:effectLst>
        </p:grpSpPr>
        <p:sp>
          <p:nvSpPr>
            <p:cNvPr id="17" name="Rounded Rectangle 16">
              <a:extLst>
                <a:ext uri="{FF2B5EF4-FFF2-40B4-BE49-F238E27FC236}">
                  <a16:creationId xmlns:a16="http://schemas.microsoft.com/office/drawing/2014/main" id="{D0FD3980-5F11-92EF-FF13-FA351E136FB5}"/>
                </a:ext>
              </a:extLst>
            </p:cNvPr>
            <p:cNvSpPr/>
            <p:nvPr userDrawn="1"/>
          </p:nvSpPr>
          <p:spPr>
            <a:xfrm>
              <a:off x="1315635" y="1187988"/>
              <a:ext cx="9572760" cy="4547650"/>
            </a:xfrm>
            <a:prstGeom prst="roundRect">
              <a:avLst/>
            </a:prstGeom>
            <a:gradFill flip="none" rotWithShape="1">
              <a:gsLst>
                <a:gs pos="0">
                  <a:schemeClr val="tx1"/>
                </a:gs>
                <a:gs pos="85000">
                  <a:schemeClr val="tx1"/>
                </a:gs>
                <a:gs pos="8000">
                  <a:schemeClr val="tx1"/>
                </a:gs>
                <a:gs pos="27000">
                  <a:schemeClr val="tx1"/>
                </a:gs>
                <a:gs pos="17000">
                  <a:schemeClr val="bg2"/>
                </a:gs>
                <a:gs pos="75000">
                  <a:schemeClr val="tx1"/>
                </a:gs>
                <a:gs pos="81000">
                  <a:schemeClr val="bg2"/>
                </a:gs>
                <a:gs pos="100000">
                  <a:schemeClr val="tx1"/>
                </a:gs>
              </a:gsLst>
              <a:lin ang="8100000" scaled="1"/>
              <a:tileRect/>
            </a:gradFill>
            <a:ln w="28575">
              <a:noFill/>
              <a:extLst>
                <a:ext uri="{C807C97D-BFC1-408E-A445-0C87EB9F89A2}">
                  <ask:lineSketchStyleProps xmlns:ask="http://schemas.microsoft.com/office/drawing/2018/sketchyshapes">
                    <ask:type>
                      <ask:lineSketchNone/>
                    </ask:type>
                  </ask:lineSketchStyleProps>
                </a:ext>
              </a:extLst>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73AE09D-EA77-8387-9035-FBECBFB709FD}"/>
                </a:ext>
              </a:extLst>
            </p:cNvPr>
            <p:cNvSpPr/>
            <p:nvPr userDrawn="1"/>
          </p:nvSpPr>
          <p:spPr>
            <a:xfrm>
              <a:off x="1524000" y="1353237"/>
              <a:ext cx="9151234" cy="4252018"/>
            </a:xfrm>
            <a:prstGeom prst="roundRect">
              <a:avLst/>
            </a:prstGeom>
            <a:solidFill>
              <a:schemeClr val="bg1"/>
            </a:solidFill>
            <a:ln w="28575">
              <a:no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id="{E0EEA515-5401-F337-BEF7-77ABC3A77B02}"/>
              </a:ext>
            </a:extLst>
          </p:cNvPr>
          <p:cNvSpPr>
            <a:spLocks noGrp="1"/>
          </p:cNvSpPr>
          <p:nvPr>
            <p:ph type="ctrTitle"/>
          </p:nvPr>
        </p:nvSpPr>
        <p:spPr>
          <a:xfrm>
            <a:off x="1927866" y="892630"/>
            <a:ext cx="8348298" cy="1872341"/>
          </a:xfrm>
        </p:spPr>
        <p:txBody>
          <a:bodyPr>
            <a:normAutofit/>
          </a:bodyPr>
          <a:lstStyle>
            <a:lvl1pPr algn="ctr">
              <a:defRPr sz="6000"/>
            </a:lvl1pPr>
          </a:lstStyle>
          <a:p>
            <a:r>
              <a:rPr lang="en-US"/>
              <a:t>Click to edit Master title style</a:t>
            </a:r>
            <a:endParaRPr lang="en-US" dirty="0"/>
          </a:p>
        </p:txBody>
      </p:sp>
      <p:sp>
        <p:nvSpPr>
          <p:cNvPr id="20" name="Subtitle 2">
            <a:extLst>
              <a:ext uri="{FF2B5EF4-FFF2-40B4-BE49-F238E27FC236}">
                <a16:creationId xmlns:a16="http://schemas.microsoft.com/office/drawing/2014/main" id="{78B563FA-5782-AF01-66E8-901FE17D1A5C}"/>
              </a:ext>
            </a:extLst>
          </p:cNvPr>
          <p:cNvSpPr>
            <a:spLocks noGrp="1"/>
          </p:cNvSpPr>
          <p:nvPr>
            <p:ph type="subTitle" idx="1"/>
          </p:nvPr>
        </p:nvSpPr>
        <p:spPr>
          <a:xfrm>
            <a:off x="1919452" y="2919466"/>
            <a:ext cx="8348298" cy="520616"/>
          </a:xfrm>
        </p:spPr>
        <p:txBody>
          <a:bodyPr/>
          <a:lstStyle>
            <a:lvl1pPr marL="0" indent="0" algn="ctr">
              <a:buNone/>
              <a:defRPr/>
            </a:lvl1pPr>
          </a:lstStyle>
          <a:p>
            <a:r>
              <a:rPr lang="en-US"/>
              <a:t>Click to edit Master subtitle style</a:t>
            </a:r>
            <a:endParaRPr lang="en-US" dirty="0"/>
          </a:p>
        </p:txBody>
      </p:sp>
      <p:pic>
        <p:nvPicPr>
          <p:cNvPr id="2" name="Picture 1">
            <a:extLst>
              <a:ext uri="{FF2B5EF4-FFF2-40B4-BE49-F238E27FC236}">
                <a16:creationId xmlns:a16="http://schemas.microsoft.com/office/drawing/2014/main" id="{E6E329EA-0A8D-E8F7-C1B2-78203C6AA18E}"/>
              </a:ext>
            </a:extLst>
          </p:cNvPr>
          <p:cNvPicPr>
            <a:picLocks noChangeAspect="1"/>
          </p:cNvPicPr>
          <p:nvPr userDrawn="1"/>
        </p:nvPicPr>
        <p:blipFill>
          <a:blip r:embed="rId2"/>
          <a:stretch>
            <a:fillRect/>
          </a:stretch>
        </p:blipFill>
        <p:spPr>
          <a:xfrm>
            <a:off x="4954975" y="3678226"/>
            <a:ext cx="2277253" cy="2284092"/>
          </a:xfrm>
          <a:prstGeom prst="rect">
            <a:avLst/>
          </a:prstGeom>
        </p:spPr>
      </p:pic>
    </p:spTree>
    <p:extLst>
      <p:ext uri="{BB962C8B-B14F-4D97-AF65-F5344CB8AC3E}">
        <p14:creationId xmlns:p14="http://schemas.microsoft.com/office/powerpoint/2010/main" val="1874749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6865B4C-F107-82EB-AB2D-A4120650822C}"/>
              </a:ext>
            </a:extLst>
          </p:cNvPr>
          <p:cNvSpPr/>
          <p:nvPr userDrawn="1"/>
        </p:nvSpPr>
        <p:spPr>
          <a:xfrm>
            <a:off x="0" y="0"/>
            <a:ext cx="12191999" cy="6857999"/>
          </a:xfrm>
          <a:prstGeom prst="rect">
            <a:avLst/>
          </a:prstGeom>
          <a:gradFill flip="none" rotWithShape="1">
            <a:gsLst>
              <a:gs pos="0">
                <a:schemeClr val="bg1"/>
              </a:gs>
              <a:gs pos="39000">
                <a:schemeClr val="bg1">
                  <a:lumMod val="95000"/>
                  <a:alpha val="93009"/>
                </a:schemeClr>
              </a:gs>
              <a:gs pos="69000">
                <a:schemeClr val="tx2">
                  <a:lumMod val="25000"/>
                  <a:lumOff val="75000"/>
                </a:schemeClr>
              </a:gs>
              <a:gs pos="83000">
                <a:schemeClr val="accent1">
                  <a:alpha val="77000"/>
                </a:schemeClr>
              </a:gs>
              <a:gs pos="100000">
                <a:schemeClr val="accent3">
                  <a:alpha val="83967"/>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756174BE-6488-CFF3-D47A-18ABBF29B0F0}"/>
              </a:ext>
            </a:extLst>
          </p:cNvPr>
          <p:cNvGrpSpPr/>
          <p:nvPr userDrawn="1"/>
        </p:nvGrpSpPr>
        <p:grpSpPr>
          <a:xfrm>
            <a:off x="1309620" y="402771"/>
            <a:ext cx="9572760" cy="5962499"/>
            <a:chOff x="1315635" y="1187988"/>
            <a:chExt cx="9572760" cy="4547650"/>
          </a:xfrm>
          <a:effectLst>
            <a:outerShdw blurRad="235004" dist="50800" dir="5400000" sx="103059" sy="103059" algn="ctr" rotWithShape="0">
              <a:srgbClr val="000000">
                <a:alpha val="52000"/>
              </a:srgbClr>
            </a:outerShdw>
          </a:effectLst>
        </p:grpSpPr>
        <p:sp>
          <p:nvSpPr>
            <p:cNvPr id="17" name="Rounded Rectangle 16">
              <a:extLst>
                <a:ext uri="{FF2B5EF4-FFF2-40B4-BE49-F238E27FC236}">
                  <a16:creationId xmlns:a16="http://schemas.microsoft.com/office/drawing/2014/main" id="{D0FD3980-5F11-92EF-FF13-FA351E136FB5}"/>
                </a:ext>
              </a:extLst>
            </p:cNvPr>
            <p:cNvSpPr/>
            <p:nvPr userDrawn="1"/>
          </p:nvSpPr>
          <p:spPr>
            <a:xfrm>
              <a:off x="1315635" y="1187988"/>
              <a:ext cx="9572760" cy="4547650"/>
            </a:xfrm>
            <a:prstGeom prst="roundRect">
              <a:avLst/>
            </a:prstGeom>
            <a:gradFill flip="none" rotWithShape="1">
              <a:gsLst>
                <a:gs pos="0">
                  <a:schemeClr val="tx1"/>
                </a:gs>
                <a:gs pos="85000">
                  <a:schemeClr val="tx1"/>
                </a:gs>
                <a:gs pos="8000">
                  <a:schemeClr val="tx1"/>
                </a:gs>
                <a:gs pos="27000">
                  <a:schemeClr val="tx1"/>
                </a:gs>
                <a:gs pos="17000">
                  <a:schemeClr val="bg2"/>
                </a:gs>
                <a:gs pos="75000">
                  <a:schemeClr val="tx1"/>
                </a:gs>
                <a:gs pos="81000">
                  <a:schemeClr val="bg2"/>
                </a:gs>
                <a:gs pos="100000">
                  <a:schemeClr val="tx1"/>
                </a:gs>
              </a:gsLst>
              <a:lin ang="8100000" scaled="1"/>
              <a:tileRect/>
            </a:gradFill>
            <a:ln w="28575">
              <a:noFill/>
              <a:extLst>
                <a:ext uri="{C807C97D-BFC1-408E-A445-0C87EB9F89A2}">
                  <ask:lineSketchStyleProps xmlns:ask="http://schemas.microsoft.com/office/drawing/2018/sketchyshapes">
                    <ask:type>
                      <ask:lineSketchNone/>
                    </ask:type>
                  </ask:lineSketchStyleProps>
                </a:ext>
              </a:extLst>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73AE09D-EA77-8387-9035-FBECBFB709FD}"/>
                </a:ext>
              </a:extLst>
            </p:cNvPr>
            <p:cNvSpPr/>
            <p:nvPr userDrawn="1"/>
          </p:nvSpPr>
          <p:spPr>
            <a:xfrm>
              <a:off x="1524000" y="1353237"/>
              <a:ext cx="9151234" cy="4252018"/>
            </a:xfrm>
            <a:prstGeom prst="roundRect">
              <a:avLst/>
            </a:prstGeom>
            <a:solidFill>
              <a:schemeClr val="bg1"/>
            </a:solidFill>
            <a:ln w="28575">
              <a:no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id="{E0EEA515-5401-F337-BEF7-77ABC3A77B02}"/>
              </a:ext>
            </a:extLst>
          </p:cNvPr>
          <p:cNvSpPr>
            <a:spLocks noGrp="1"/>
          </p:cNvSpPr>
          <p:nvPr>
            <p:ph type="ctrTitle"/>
          </p:nvPr>
        </p:nvSpPr>
        <p:spPr>
          <a:xfrm>
            <a:off x="1927866" y="892630"/>
            <a:ext cx="8348298" cy="1670325"/>
          </a:xfrm>
        </p:spPr>
        <p:txBody>
          <a:bodyPr>
            <a:normAutofit/>
          </a:bodyPr>
          <a:lstStyle>
            <a:lvl1pPr algn="ctr">
              <a:defRPr sz="6000"/>
            </a:lvl1pPr>
          </a:lstStyle>
          <a:p>
            <a:r>
              <a:rPr lang="en-US"/>
              <a:t>Click to edit Master title style</a:t>
            </a:r>
            <a:endParaRPr lang="en-US" dirty="0"/>
          </a:p>
        </p:txBody>
      </p:sp>
      <p:sp>
        <p:nvSpPr>
          <p:cNvPr id="20" name="Subtitle 2">
            <a:extLst>
              <a:ext uri="{FF2B5EF4-FFF2-40B4-BE49-F238E27FC236}">
                <a16:creationId xmlns:a16="http://schemas.microsoft.com/office/drawing/2014/main" id="{78B563FA-5782-AF01-66E8-901FE17D1A5C}"/>
              </a:ext>
            </a:extLst>
          </p:cNvPr>
          <p:cNvSpPr>
            <a:spLocks noGrp="1"/>
          </p:cNvSpPr>
          <p:nvPr>
            <p:ph type="subTitle" idx="1"/>
          </p:nvPr>
        </p:nvSpPr>
        <p:spPr>
          <a:xfrm>
            <a:off x="1919453" y="2836153"/>
            <a:ext cx="8348298" cy="378315"/>
          </a:xfrm>
        </p:spPr>
        <p:txBody>
          <a:bodyPr/>
          <a:lstStyle>
            <a:lvl1pPr marL="0" indent="0" algn="ctr">
              <a:buNone/>
              <a:defRPr/>
            </a:lvl1pPr>
          </a:lstStyle>
          <a:p>
            <a:r>
              <a:rPr lang="en-US"/>
              <a:t>Click to edit Master subtitle style</a:t>
            </a:r>
            <a:endParaRPr lang="en-US" dirty="0"/>
          </a:p>
        </p:txBody>
      </p:sp>
      <p:pic>
        <p:nvPicPr>
          <p:cNvPr id="3" name="Picture 2" descr="A blue and black logo&#10;&#10;AI-generated content may be incorrect.">
            <a:extLst>
              <a:ext uri="{FF2B5EF4-FFF2-40B4-BE49-F238E27FC236}">
                <a16:creationId xmlns:a16="http://schemas.microsoft.com/office/drawing/2014/main" id="{EBC52B16-FA8E-411C-FF8D-40EC010B76E9}"/>
              </a:ext>
            </a:extLst>
          </p:cNvPr>
          <p:cNvPicPr>
            <a:picLocks noChangeAspect="1"/>
          </p:cNvPicPr>
          <p:nvPr userDrawn="1"/>
        </p:nvPicPr>
        <p:blipFill>
          <a:blip r:embed="rId2"/>
          <a:stretch>
            <a:fillRect/>
          </a:stretch>
        </p:blipFill>
        <p:spPr>
          <a:xfrm>
            <a:off x="4682761" y="3352798"/>
            <a:ext cx="2838507" cy="2776198"/>
          </a:xfrm>
          <a:prstGeom prst="rect">
            <a:avLst/>
          </a:prstGeom>
        </p:spPr>
      </p:pic>
    </p:spTree>
    <p:extLst>
      <p:ext uri="{BB962C8B-B14F-4D97-AF65-F5344CB8AC3E}">
        <p14:creationId xmlns:p14="http://schemas.microsoft.com/office/powerpoint/2010/main" val="2819788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C268CA-697E-2EEF-AABC-8DC0FEC5018A}"/>
              </a:ext>
            </a:extLst>
          </p:cNvPr>
          <p:cNvSpPr/>
          <p:nvPr userDrawn="1"/>
        </p:nvSpPr>
        <p:spPr>
          <a:xfrm>
            <a:off x="0" y="0"/>
            <a:ext cx="12191999" cy="6857999"/>
          </a:xfrm>
          <a:prstGeom prst="rect">
            <a:avLst/>
          </a:prstGeom>
          <a:gradFill flip="none" rotWithShape="1">
            <a:gsLst>
              <a:gs pos="0">
                <a:schemeClr val="bg1"/>
              </a:gs>
              <a:gs pos="39000">
                <a:srgbClr val="F7F7F7"/>
              </a:gs>
              <a:gs pos="72000">
                <a:schemeClr val="bg1">
                  <a:lumMod val="95000"/>
                  <a:alpha val="93009"/>
                </a:schemeClr>
              </a:gs>
              <a:gs pos="94000">
                <a:schemeClr val="accent1">
                  <a:lumMod val="75000"/>
                </a:schemeClr>
              </a:gs>
              <a:gs pos="100000">
                <a:schemeClr val="accent3">
                  <a:alpha val="83967"/>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8CEA38-2CC1-44D9-EEB1-8A99085FC76D}"/>
              </a:ext>
            </a:extLst>
          </p:cNvPr>
          <p:cNvSpPr>
            <a:spLocks noGrp="1"/>
          </p:cNvSpPr>
          <p:nvPr>
            <p:ph type="title"/>
          </p:nvPr>
        </p:nvSpPr>
        <p:spPr>
          <a:xfrm>
            <a:off x="831850" y="1890793"/>
            <a:ext cx="10515600" cy="2787224"/>
          </a:xfrm>
          <a:ln>
            <a:noFill/>
          </a:ln>
        </p:spPr>
        <p:txBody>
          <a:bodyPr anchor="b"/>
          <a:lstStyle>
            <a:lvl1pPr algn="ct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688BCA57-0A3D-60C0-E1C1-767D949A549D}"/>
              </a:ext>
            </a:extLst>
          </p:cNvPr>
          <p:cNvSpPr>
            <a:spLocks noGrp="1"/>
          </p:cNvSpPr>
          <p:nvPr>
            <p:ph type="body" idx="1"/>
          </p:nvPr>
        </p:nvSpPr>
        <p:spPr>
          <a:xfrm>
            <a:off x="838200" y="4890052"/>
            <a:ext cx="10515600" cy="828944"/>
          </a:xfrm>
          <a:ln>
            <a:noFill/>
          </a:ln>
        </p:spPr>
        <p:txBody>
          <a:bodyPr/>
          <a:lstStyle>
            <a:lvl1pPr marL="0" indent="0" algn="ctr">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grpSp>
        <p:nvGrpSpPr>
          <p:cNvPr id="17" name="Group 16">
            <a:extLst>
              <a:ext uri="{FF2B5EF4-FFF2-40B4-BE49-F238E27FC236}">
                <a16:creationId xmlns:a16="http://schemas.microsoft.com/office/drawing/2014/main" id="{428AC152-C49E-E109-3428-6E70A550A0DC}"/>
              </a:ext>
            </a:extLst>
          </p:cNvPr>
          <p:cNvGrpSpPr/>
          <p:nvPr userDrawn="1"/>
        </p:nvGrpSpPr>
        <p:grpSpPr>
          <a:xfrm>
            <a:off x="0" y="6375946"/>
            <a:ext cx="12192000" cy="482053"/>
            <a:chOff x="0" y="5992586"/>
            <a:chExt cx="12192000" cy="865414"/>
          </a:xfrm>
        </p:grpSpPr>
        <p:sp>
          <p:nvSpPr>
            <p:cNvPr id="18" name="Rectangle 17">
              <a:extLst>
                <a:ext uri="{FF2B5EF4-FFF2-40B4-BE49-F238E27FC236}">
                  <a16:creationId xmlns:a16="http://schemas.microsoft.com/office/drawing/2014/main" id="{70110D54-0362-AC61-C96A-4015B5D99F61}"/>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E3F457CD-284F-9A0F-50DA-C0359AF1C3CA}"/>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9">
            <a:extLst>
              <a:ext uri="{FF2B5EF4-FFF2-40B4-BE49-F238E27FC236}">
                <a16:creationId xmlns:a16="http://schemas.microsoft.com/office/drawing/2014/main" id="{F1BF80D2-E2CB-55FC-2C54-9F1A1AB91D0A}"/>
              </a:ext>
            </a:extLst>
          </p:cNvPr>
          <p:cNvSpPr>
            <a:spLocks noGrp="1"/>
          </p:cNvSpPr>
          <p:nvPr>
            <p:ph type="ftr" sz="quarter" idx="10"/>
          </p:nvPr>
        </p:nvSpPr>
        <p:spPr/>
        <p:txBody>
          <a:bodyPr/>
          <a:lstStyle/>
          <a:p>
            <a:r>
              <a:rPr lang="en-US" dirty="0"/>
              <a:t>CC-BY-4.0   03 July 2026</a:t>
            </a:r>
          </a:p>
        </p:txBody>
      </p:sp>
      <p:sp>
        <p:nvSpPr>
          <p:cNvPr id="11" name="Slide Number Placeholder 10">
            <a:extLst>
              <a:ext uri="{FF2B5EF4-FFF2-40B4-BE49-F238E27FC236}">
                <a16:creationId xmlns:a16="http://schemas.microsoft.com/office/drawing/2014/main" id="{BFB8CB1F-22D3-083F-894F-3A10E98FDBCA}"/>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6" name="Picture 5" descr="A black and blue text&#10;&#10;AI-generated content may be incorrect.">
            <a:extLst>
              <a:ext uri="{FF2B5EF4-FFF2-40B4-BE49-F238E27FC236}">
                <a16:creationId xmlns:a16="http://schemas.microsoft.com/office/drawing/2014/main" id="{55CBD0B1-3572-83C0-8E67-3349AE53340D}"/>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210807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FE19FC-6A0C-38DD-44AA-B45098FD1430}"/>
              </a:ext>
            </a:extLst>
          </p:cNvPr>
          <p:cNvSpPr/>
          <p:nvPr userDrawn="1"/>
        </p:nvSpPr>
        <p:spPr>
          <a:xfrm>
            <a:off x="1" y="0"/>
            <a:ext cx="12191999" cy="6854714"/>
          </a:xfrm>
          <a:prstGeom prst="rect">
            <a:avLst/>
          </a:prstGeom>
          <a:gradFill flip="none" rotWithShape="1">
            <a:gsLst>
              <a:gs pos="82000">
                <a:schemeClr val="accent1">
                  <a:lumMod val="40000"/>
                  <a:lumOff val="60000"/>
                </a:schemeClr>
              </a:gs>
              <a:gs pos="44000">
                <a:schemeClr val="bg1"/>
              </a:gs>
              <a:gs pos="66000">
                <a:schemeClr val="bg1">
                  <a:lumMod val="95000"/>
                  <a:alpha val="93009"/>
                </a:schemeClr>
              </a:gs>
              <a:gs pos="94000">
                <a:schemeClr val="accent1">
                  <a:lumMod val="75000"/>
                </a:schemeClr>
              </a:gs>
              <a:gs pos="100000">
                <a:schemeClr val="accent3">
                  <a:alpha val="83967"/>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1579C2-F5B6-553B-D155-30F074DD9561}"/>
              </a:ext>
            </a:extLst>
          </p:cNvPr>
          <p:cNvSpPr>
            <a:spLocks noGrp="1"/>
          </p:cNvSpPr>
          <p:nvPr>
            <p:ph type="title"/>
          </p:nvPr>
        </p:nvSpPr>
        <p:spPr>
          <a:xfrm>
            <a:off x="723899" y="1915886"/>
            <a:ext cx="9682844" cy="2551285"/>
          </a:xfrm>
          <a:ln>
            <a:noFill/>
          </a:ln>
        </p:spPr>
        <p:txBody>
          <a:bodyPr>
            <a:noAutofit/>
          </a:bodyPr>
          <a:lstStyle>
            <a:lvl1pPr algn="l">
              <a:defRPr sz="8800"/>
            </a:lvl1pPr>
          </a:lstStyle>
          <a:p>
            <a:r>
              <a:rPr lang="en-US"/>
              <a:t>Click to edit Master title style</a:t>
            </a:r>
            <a:endParaRPr lang="en-US" dirty="0"/>
          </a:p>
        </p:txBody>
      </p:sp>
      <p:grpSp>
        <p:nvGrpSpPr>
          <p:cNvPr id="3" name="Group 2">
            <a:extLst>
              <a:ext uri="{FF2B5EF4-FFF2-40B4-BE49-F238E27FC236}">
                <a16:creationId xmlns:a16="http://schemas.microsoft.com/office/drawing/2014/main" id="{070D7CCC-EB73-78B6-E513-B7986A51B256}"/>
              </a:ext>
            </a:extLst>
          </p:cNvPr>
          <p:cNvGrpSpPr/>
          <p:nvPr userDrawn="1"/>
        </p:nvGrpSpPr>
        <p:grpSpPr>
          <a:xfrm>
            <a:off x="0" y="6375946"/>
            <a:ext cx="12192000" cy="482053"/>
            <a:chOff x="0" y="5992586"/>
            <a:chExt cx="12192000" cy="865414"/>
          </a:xfrm>
        </p:grpSpPr>
        <p:sp>
          <p:nvSpPr>
            <p:cNvPr id="4" name="Rectangle 3">
              <a:extLst>
                <a:ext uri="{FF2B5EF4-FFF2-40B4-BE49-F238E27FC236}">
                  <a16:creationId xmlns:a16="http://schemas.microsoft.com/office/drawing/2014/main" id="{76F600AA-25B4-8DCC-FC4B-AD015AE2478F}"/>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8825495-35FD-413F-1586-013445514C40}"/>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 Placeholder 2">
            <a:extLst>
              <a:ext uri="{FF2B5EF4-FFF2-40B4-BE49-F238E27FC236}">
                <a16:creationId xmlns:a16="http://schemas.microsoft.com/office/drawing/2014/main" id="{CC6660F7-7590-3D3E-F09C-C3274E28D880}"/>
              </a:ext>
            </a:extLst>
          </p:cNvPr>
          <p:cNvSpPr>
            <a:spLocks noGrp="1"/>
          </p:cNvSpPr>
          <p:nvPr>
            <p:ph type="body" idx="1"/>
          </p:nvPr>
        </p:nvSpPr>
        <p:spPr>
          <a:xfrm>
            <a:off x="723899" y="4842563"/>
            <a:ext cx="10515600" cy="782600"/>
          </a:xfrm>
          <a:ln>
            <a:noFill/>
          </a:ln>
        </p:spPr>
        <p:txBody>
          <a:bodyPr/>
          <a:lstStyle>
            <a:lvl1pPr marL="0" indent="0" algn="l">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7" name="Footer Placeholder 6">
            <a:extLst>
              <a:ext uri="{FF2B5EF4-FFF2-40B4-BE49-F238E27FC236}">
                <a16:creationId xmlns:a16="http://schemas.microsoft.com/office/drawing/2014/main" id="{EF06A313-13D9-89CE-33BB-120DCD0770DB}"/>
              </a:ext>
            </a:extLst>
          </p:cNvPr>
          <p:cNvSpPr>
            <a:spLocks noGrp="1"/>
          </p:cNvSpPr>
          <p:nvPr>
            <p:ph type="ftr" sz="quarter" idx="10"/>
          </p:nvPr>
        </p:nvSpPr>
        <p:spPr/>
        <p:txBody>
          <a:bodyPr/>
          <a:lstStyle/>
          <a:p>
            <a:pPr>
              <a:defRPr/>
            </a:pPr>
            <a:r>
              <a:rPr lang="en-US" dirty="0"/>
              <a:t>CC-BY-4.0 03 July 2026</a:t>
            </a:r>
          </a:p>
        </p:txBody>
      </p:sp>
      <p:sp>
        <p:nvSpPr>
          <p:cNvPr id="11" name="Slide Number Placeholder 10">
            <a:extLst>
              <a:ext uri="{FF2B5EF4-FFF2-40B4-BE49-F238E27FC236}">
                <a16:creationId xmlns:a16="http://schemas.microsoft.com/office/drawing/2014/main" id="{171354C4-ACAD-6DB4-F13F-E415123B1179}"/>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9" name="Picture 8" descr="A black and blue text&#10;&#10;AI-generated content may be incorrect.">
            <a:extLst>
              <a:ext uri="{FF2B5EF4-FFF2-40B4-BE49-F238E27FC236}">
                <a16:creationId xmlns:a16="http://schemas.microsoft.com/office/drawing/2014/main" id="{77BA5A6F-B270-E24A-7790-52A0A0745965}"/>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1696741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70D7CCC-EB73-78B6-E513-B7986A51B256}"/>
              </a:ext>
            </a:extLst>
          </p:cNvPr>
          <p:cNvGrpSpPr/>
          <p:nvPr userDrawn="1"/>
        </p:nvGrpSpPr>
        <p:grpSpPr>
          <a:xfrm>
            <a:off x="0" y="6375946"/>
            <a:ext cx="12192000" cy="482053"/>
            <a:chOff x="0" y="5992586"/>
            <a:chExt cx="12192000" cy="865414"/>
          </a:xfrm>
        </p:grpSpPr>
        <p:sp>
          <p:nvSpPr>
            <p:cNvPr id="4" name="Rectangle 3">
              <a:extLst>
                <a:ext uri="{FF2B5EF4-FFF2-40B4-BE49-F238E27FC236}">
                  <a16:creationId xmlns:a16="http://schemas.microsoft.com/office/drawing/2014/main" id="{76F600AA-25B4-8DCC-FC4B-AD015AE2478F}"/>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8825495-35FD-413F-1586-013445514C40}"/>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Footer Placeholder 6">
            <a:extLst>
              <a:ext uri="{FF2B5EF4-FFF2-40B4-BE49-F238E27FC236}">
                <a16:creationId xmlns:a16="http://schemas.microsoft.com/office/drawing/2014/main" id="{EF06A313-13D9-89CE-33BB-120DCD0770DB}"/>
              </a:ext>
            </a:extLst>
          </p:cNvPr>
          <p:cNvSpPr>
            <a:spLocks noGrp="1"/>
          </p:cNvSpPr>
          <p:nvPr>
            <p:ph type="ftr" sz="quarter" idx="10"/>
          </p:nvPr>
        </p:nvSpPr>
        <p:spPr/>
        <p:txBody>
          <a:bodyPr/>
          <a:lstStyle/>
          <a:p>
            <a:pPr>
              <a:defRPr/>
            </a:pPr>
            <a:r>
              <a:rPr lang="en-US" dirty="0"/>
              <a:t>CC-BY-4.0   03 July 2026</a:t>
            </a:r>
          </a:p>
        </p:txBody>
      </p:sp>
      <p:sp>
        <p:nvSpPr>
          <p:cNvPr id="11" name="Slide Number Placeholder 10">
            <a:extLst>
              <a:ext uri="{FF2B5EF4-FFF2-40B4-BE49-F238E27FC236}">
                <a16:creationId xmlns:a16="http://schemas.microsoft.com/office/drawing/2014/main" id="{171354C4-ACAD-6DB4-F13F-E415123B1179}"/>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6" name="Picture 5" descr="A black and blue text&#10;&#10;AI-generated content may be incorrect.">
            <a:extLst>
              <a:ext uri="{FF2B5EF4-FFF2-40B4-BE49-F238E27FC236}">
                <a16:creationId xmlns:a16="http://schemas.microsoft.com/office/drawing/2014/main" id="{AF7DDBC8-C5E2-CFDF-47E9-05C8D237C397}"/>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42947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With Header">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315EC79-22A9-90F5-5879-DC2998CE4407}"/>
              </a:ext>
            </a:extLst>
          </p:cNvPr>
          <p:cNvGrpSpPr/>
          <p:nvPr userDrawn="1"/>
        </p:nvGrpSpPr>
        <p:grpSpPr>
          <a:xfrm>
            <a:off x="0" y="6375946"/>
            <a:ext cx="12192000" cy="482053"/>
            <a:chOff x="0" y="5992586"/>
            <a:chExt cx="12192000" cy="865414"/>
          </a:xfrm>
        </p:grpSpPr>
        <p:sp>
          <p:nvSpPr>
            <p:cNvPr id="3" name="Rectangle 2">
              <a:extLst>
                <a:ext uri="{FF2B5EF4-FFF2-40B4-BE49-F238E27FC236}">
                  <a16:creationId xmlns:a16="http://schemas.microsoft.com/office/drawing/2014/main" id="{9790BEA2-5112-3AA5-7569-80D74051C83F}"/>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00EB0D0-4964-9387-971A-AF4099701228}"/>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CE2354CA-D691-4940-170C-0F184FD9CB94}"/>
              </a:ext>
            </a:extLst>
          </p:cNvPr>
          <p:cNvSpPr/>
          <p:nvPr userDrawn="1"/>
        </p:nvSpPr>
        <p:spPr>
          <a:xfrm>
            <a:off x="0" y="0"/>
            <a:ext cx="12192000" cy="8757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A58741-684C-5D14-32F6-D393F52410BF}"/>
              </a:ext>
            </a:extLst>
          </p:cNvPr>
          <p:cNvSpPr/>
          <p:nvPr userDrawn="1"/>
        </p:nvSpPr>
        <p:spPr>
          <a:xfrm>
            <a:off x="0" y="1"/>
            <a:ext cx="12192000" cy="793071"/>
          </a:xfrm>
          <a:prstGeom prst="rect">
            <a:avLst/>
          </a:prstGeom>
          <a:gradFill flip="none" rotWithShape="1">
            <a:gsLst>
              <a:gs pos="70000">
                <a:schemeClr val="bg1"/>
              </a:gs>
              <a:gs pos="87000">
                <a:schemeClr val="accent1">
                  <a:lumMod val="75000"/>
                </a:schemeClr>
              </a:gs>
              <a:gs pos="100000">
                <a:schemeClr val="accent3">
                  <a:lumMod val="97199"/>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A2307DEC-CFD4-A5AA-64D7-6D81ED5DF9A9}"/>
              </a:ext>
            </a:extLst>
          </p:cNvPr>
          <p:cNvSpPr>
            <a:spLocks noGrp="1"/>
          </p:cNvSpPr>
          <p:nvPr>
            <p:ph type="title"/>
          </p:nvPr>
        </p:nvSpPr>
        <p:spPr>
          <a:xfrm>
            <a:off x="761999" y="139474"/>
            <a:ext cx="10515600" cy="702874"/>
          </a:xfrm>
          <a:ln>
            <a:noFill/>
          </a:ln>
        </p:spPr>
        <p:txBody>
          <a:bodyPr/>
          <a:lstStyle>
            <a:lvl1pPr algn="ctr">
              <a:defRPr>
                <a:solidFill>
                  <a:schemeClr val="tx1"/>
                </a:solidFill>
              </a:defRPr>
            </a:lvl1pPr>
          </a:lstStyle>
          <a:p>
            <a:r>
              <a:rPr lang="en-US"/>
              <a:t>Click to edit Master title style</a:t>
            </a:r>
          </a:p>
        </p:txBody>
      </p:sp>
      <p:sp>
        <p:nvSpPr>
          <p:cNvPr id="7" name="Footer Placeholder 6">
            <a:extLst>
              <a:ext uri="{FF2B5EF4-FFF2-40B4-BE49-F238E27FC236}">
                <a16:creationId xmlns:a16="http://schemas.microsoft.com/office/drawing/2014/main" id="{3A5A6413-D334-25EE-A530-D88D5878FAF6}"/>
              </a:ext>
            </a:extLst>
          </p:cNvPr>
          <p:cNvSpPr>
            <a:spLocks noGrp="1"/>
          </p:cNvSpPr>
          <p:nvPr>
            <p:ph type="ftr" sz="quarter" idx="10"/>
          </p:nvPr>
        </p:nvSpPr>
        <p:spPr/>
        <p:txBody>
          <a:bodyPr/>
          <a:lstStyle/>
          <a:p>
            <a:pPr>
              <a:defRPr/>
            </a:pPr>
            <a:r>
              <a:rPr lang="en-US" dirty="0"/>
              <a:t>CC-BY-4.0   03 July 2026</a:t>
            </a:r>
          </a:p>
        </p:txBody>
      </p:sp>
      <p:sp>
        <p:nvSpPr>
          <p:cNvPr id="9" name="Slide Number Placeholder 8">
            <a:extLst>
              <a:ext uri="{FF2B5EF4-FFF2-40B4-BE49-F238E27FC236}">
                <a16:creationId xmlns:a16="http://schemas.microsoft.com/office/drawing/2014/main" id="{5FA44A29-F0C8-8CAE-413E-B168B373C90C}"/>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6" name="Picture 5" descr="A black and blue text&#10;&#10;AI-generated content may be incorrect.">
            <a:extLst>
              <a:ext uri="{FF2B5EF4-FFF2-40B4-BE49-F238E27FC236}">
                <a16:creationId xmlns:a16="http://schemas.microsoft.com/office/drawing/2014/main" id="{74A4A429-FA70-81C5-7901-C76D77B374F1}"/>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2901790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6858D6-8D59-BBDD-BE85-2C2ECFF51C16}"/>
              </a:ext>
            </a:extLst>
          </p:cNvPr>
          <p:cNvSpPr>
            <a:spLocks noGrp="1"/>
          </p:cNvSpPr>
          <p:nvPr userDrawn="1">
            <p:ph idx="1"/>
          </p:nvPr>
        </p:nvSpPr>
        <p:spPr>
          <a:xfrm>
            <a:off x="838200" y="1607685"/>
            <a:ext cx="10515600" cy="4036333"/>
          </a:xfrm>
          <a:ln>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Rectangle 14">
            <a:extLst>
              <a:ext uri="{FF2B5EF4-FFF2-40B4-BE49-F238E27FC236}">
                <a16:creationId xmlns:a16="http://schemas.microsoft.com/office/drawing/2014/main" id="{55A544E9-D3C2-ADAD-24A2-46458E21D2A2}"/>
              </a:ext>
            </a:extLst>
          </p:cNvPr>
          <p:cNvSpPr/>
          <p:nvPr userDrawn="1"/>
        </p:nvSpPr>
        <p:spPr>
          <a:xfrm>
            <a:off x="0" y="0"/>
            <a:ext cx="12192000" cy="8757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3809801-45DB-DC5E-9F1B-EECEB055A271}"/>
              </a:ext>
            </a:extLst>
          </p:cNvPr>
          <p:cNvSpPr/>
          <p:nvPr userDrawn="1"/>
        </p:nvSpPr>
        <p:spPr>
          <a:xfrm>
            <a:off x="0" y="1"/>
            <a:ext cx="12192000" cy="793071"/>
          </a:xfrm>
          <a:prstGeom prst="rect">
            <a:avLst/>
          </a:prstGeom>
          <a:gradFill flip="none" rotWithShape="1">
            <a:gsLst>
              <a:gs pos="70000">
                <a:schemeClr val="bg1"/>
              </a:gs>
              <a:gs pos="87000">
                <a:schemeClr val="accent1">
                  <a:lumMod val="75000"/>
                </a:schemeClr>
              </a:gs>
              <a:gs pos="100000">
                <a:schemeClr val="accent3">
                  <a:lumMod val="97199"/>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
            <a:extLst>
              <a:ext uri="{FF2B5EF4-FFF2-40B4-BE49-F238E27FC236}">
                <a16:creationId xmlns:a16="http://schemas.microsoft.com/office/drawing/2014/main" id="{C8A1B9B8-C687-847E-3D9A-549EADDAF9E4}"/>
              </a:ext>
            </a:extLst>
          </p:cNvPr>
          <p:cNvSpPr>
            <a:spLocks noGrp="1"/>
          </p:cNvSpPr>
          <p:nvPr>
            <p:ph type="title"/>
          </p:nvPr>
        </p:nvSpPr>
        <p:spPr>
          <a:xfrm>
            <a:off x="761999" y="139474"/>
            <a:ext cx="10515600" cy="702874"/>
          </a:xfrm>
          <a:ln>
            <a:noFill/>
          </a:ln>
        </p:spPr>
        <p:txBody>
          <a:bodyPr/>
          <a:lstStyle>
            <a:lvl1pPr algn="ctr">
              <a:defRPr>
                <a:solidFill>
                  <a:schemeClr val="tx1"/>
                </a:solidFill>
              </a:defRPr>
            </a:lvl1pPr>
          </a:lstStyle>
          <a:p>
            <a:r>
              <a:rPr lang="en-US"/>
              <a:t>Click to edit Master title style</a:t>
            </a:r>
          </a:p>
        </p:txBody>
      </p:sp>
      <p:grpSp>
        <p:nvGrpSpPr>
          <p:cNvPr id="2" name="Group 1">
            <a:extLst>
              <a:ext uri="{FF2B5EF4-FFF2-40B4-BE49-F238E27FC236}">
                <a16:creationId xmlns:a16="http://schemas.microsoft.com/office/drawing/2014/main" id="{13044523-45F1-3E51-9869-C6F5042CCCFF}"/>
              </a:ext>
            </a:extLst>
          </p:cNvPr>
          <p:cNvGrpSpPr/>
          <p:nvPr userDrawn="1"/>
        </p:nvGrpSpPr>
        <p:grpSpPr>
          <a:xfrm>
            <a:off x="0" y="6375946"/>
            <a:ext cx="12192000" cy="482053"/>
            <a:chOff x="0" y="5992586"/>
            <a:chExt cx="12192000" cy="865414"/>
          </a:xfrm>
        </p:grpSpPr>
        <p:sp>
          <p:nvSpPr>
            <p:cNvPr id="4" name="Rectangle 3">
              <a:extLst>
                <a:ext uri="{FF2B5EF4-FFF2-40B4-BE49-F238E27FC236}">
                  <a16:creationId xmlns:a16="http://schemas.microsoft.com/office/drawing/2014/main" id="{FA382290-75AA-B967-117C-B68F2F921312}"/>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859CFB4-2AFD-1D7E-E63C-96B00915B0A6}"/>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Footer Placeholder 8">
            <a:extLst>
              <a:ext uri="{FF2B5EF4-FFF2-40B4-BE49-F238E27FC236}">
                <a16:creationId xmlns:a16="http://schemas.microsoft.com/office/drawing/2014/main" id="{665AF8FA-F876-5DBC-F962-6286D0E0203C}"/>
              </a:ext>
            </a:extLst>
          </p:cNvPr>
          <p:cNvSpPr>
            <a:spLocks noGrp="1"/>
          </p:cNvSpPr>
          <p:nvPr>
            <p:ph type="ftr" sz="quarter" idx="10"/>
          </p:nvPr>
        </p:nvSpPr>
        <p:spPr/>
        <p:txBody>
          <a:bodyPr/>
          <a:lstStyle/>
          <a:p>
            <a:r>
              <a:rPr lang="en-US" dirty="0"/>
              <a:t>CC-BY-4.0   03 July 2026</a:t>
            </a:r>
          </a:p>
        </p:txBody>
      </p:sp>
      <p:sp>
        <p:nvSpPr>
          <p:cNvPr id="10" name="Slide Number Placeholder 9">
            <a:extLst>
              <a:ext uri="{FF2B5EF4-FFF2-40B4-BE49-F238E27FC236}">
                <a16:creationId xmlns:a16="http://schemas.microsoft.com/office/drawing/2014/main" id="{7FB783A3-8DDE-5A2C-FD70-1C5F45FDF79B}"/>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7" name="Picture 6" descr="A black and blue text&#10;&#10;AI-generated content may be incorrect.">
            <a:extLst>
              <a:ext uri="{FF2B5EF4-FFF2-40B4-BE49-F238E27FC236}">
                <a16:creationId xmlns:a16="http://schemas.microsoft.com/office/drawing/2014/main" id="{8C2353D0-2D67-1CAE-B734-1BE63D3288D2}"/>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1117364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29C112A8-655C-1802-CCFA-0739EBC21755}"/>
              </a:ext>
            </a:extLst>
          </p:cNvPr>
          <p:cNvSpPr>
            <a:spLocks noGrp="1"/>
          </p:cNvSpPr>
          <p:nvPr>
            <p:ph sz="half" idx="1"/>
          </p:nvPr>
        </p:nvSpPr>
        <p:spPr>
          <a:xfrm>
            <a:off x="838199" y="1621811"/>
            <a:ext cx="5181600" cy="4036333"/>
          </a:xfrm>
          <a:ln>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3793D61A-41D1-5362-A973-13E3894F6A53}"/>
              </a:ext>
            </a:extLst>
          </p:cNvPr>
          <p:cNvSpPr>
            <a:spLocks noGrp="1"/>
          </p:cNvSpPr>
          <p:nvPr>
            <p:ph sz="half" idx="2"/>
          </p:nvPr>
        </p:nvSpPr>
        <p:spPr>
          <a:xfrm>
            <a:off x="6172199" y="1621811"/>
            <a:ext cx="5181600" cy="4036333"/>
          </a:xfrm>
          <a:ln>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D64DB67E-5FB2-7F39-C022-650153567812}"/>
              </a:ext>
            </a:extLst>
          </p:cNvPr>
          <p:cNvGrpSpPr/>
          <p:nvPr userDrawn="1"/>
        </p:nvGrpSpPr>
        <p:grpSpPr>
          <a:xfrm>
            <a:off x="0" y="6375946"/>
            <a:ext cx="12192000" cy="482053"/>
            <a:chOff x="0" y="5992586"/>
            <a:chExt cx="12192000" cy="865414"/>
          </a:xfrm>
        </p:grpSpPr>
        <p:sp>
          <p:nvSpPr>
            <p:cNvPr id="10" name="Rectangle 9">
              <a:extLst>
                <a:ext uri="{FF2B5EF4-FFF2-40B4-BE49-F238E27FC236}">
                  <a16:creationId xmlns:a16="http://schemas.microsoft.com/office/drawing/2014/main" id="{926F5F4A-9255-3679-19B1-F84D158524A5}"/>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77C7894-CB97-4CB1-E497-2784A594BB37}"/>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1">
            <a:extLst>
              <a:ext uri="{FF2B5EF4-FFF2-40B4-BE49-F238E27FC236}">
                <a16:creationId xmlns:a16="http://schemas.microsoft.com/office/drawing/2014/main" id="{5D8DDF64-7899-6F64-E65A-A254977D8C71}"/>
              </a:ext>
            </a:extLst>
          </p:cNvPr>
          <p:cNvSpPr/>
          <p:nvPr userDrawn="1"/>
        </p:nvSpPr>
        <p:spPr>
          <a:xfrm>
            <a:off x="0" y="0"/>
            <a:ext cx="12192000" cy="8757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783D55F-D038-E69A-E39B-D1BD9218A58E}"/>
              </a:ext>
            </a:extLst>
          </p:cNvPr>
          <p:cNvSpPr/>
          <p:nvPr userDrawn="1"/>
        </p:nvSpPr>
        <p:spPr>
          <a:xfrm>
            <a:off x="0" y="1"/>
            <a:ext cx="12192000" cy="793071"/>
          </a:xfrm>
          <a:prstGeom prst="rect">
            <a:avLst/>
          </a:prstGeom>
          <a:gradFill flip="none" rotWithShape="1">
            <a:gsLst>
              <a:gs pos="70000">
                <a:schemeClr val="bg1"/>
              </a:gs>
              <a:gs pos="87000">
                <a:schemeClr val="accent1">
                  <a:lumMod val="75000"/>
                </a:schemeClr>
              </a:gs>
              <a:gs pos="100000">
                <a:schemeClr val="accent3">
                  <a:lumMod val="97199"/>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1A17FCDD-502A-A801-ED0D-E3FB53741DFC}"/>
              </a:ext>
            </a:extLst>
          </p:cNvPr>
          <p:cNvSpPr>
            <a:spLocks noGrp="1"/>
          </p:cNvSpPr>
          <p:nvPr>
            <p:ph type="title"/>
          </p:nvPr>
        </p:nvSpPr>
        <p:spPr>
          <a:xfrm>
            <a:off x="761999" y="139474"/>
            <a:ext cx="10515600" cy="702874"/>
          </a:xfrm>
          <a:ln>
            <a:noFill/>
          </a:ln>
        </p:spPr>
        <p:txBody>
          <a:bodyPr/>
          <a:lstStyle>
            <a:lvl1pPr algn="ctr">
              <a:defRPr>
                <a:solidFill>
                  <a:schemeClr val="tx1"/>
                </a:solidFill>
              </a:defRPr>
            </a:lvl1pPr>
          </a:lstStyle>
          <a:p>
            <a:r>
              <a:rPr lang="en-US"/>
              <a:t>Click to edit Master title style</a:t>
            </a:r>
          </a:p>
        </p:txBody>
      </p:sp>
      <p:sp>
        <p:nvSpPr>
          <p:cNvPr id="7" name="Footer Placeholder 6">
            <a:extLst>
              <a:ext uri="{FF2B5EF4-FFF2-40B4-BE49-F238E27FC236}">
                <a16:creationId xmlns:a16="http://schemas.microsoft.com/office/drawing/2014/main" id="{06F1352F-573D-3CA4-4577-58EE55F0A669}"/>
              </a:ext>
            </a:extLst>
          </p:cNvPr>
          <p:cNvSpPr>
            <a:spLocks noGrp="1"/>
          </p:cNvSpPr>
          <p:nvPr>
            <p:ph type="ftr" sz="quarter" idx="10"/>
          </p:nvPr>
        </p:nvSpPr>
        <p:spPr/>
        <p:txBody>
          <a:bodyPr/>
          <a:lstStyle/>
          <a:p>
            <a:r>
              <a:rPr lang="en-US" dirty="0"/>
              <a:t>CC-BY-4.0   03 July 2026</a:t>
            </a:r>
          </a:p>
        </p:txBody>
      </p:sp>
      <p:sp>
        <p:nvSpPr>
          <p:cNvPr id="11" name="Slide Number Placeholder 10">
            <a:extLst>
              <a:ext uri="{FF2B5EF4-FFF2-40B4-BE49-F238E27FC236}">
                <a16:creationId xmlns:a16="http://schemas.microsoft.com/office/drawing/2014/main" id="{A8940461-B5DC-772A-D740-6AC431989DE6}"/>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13" name="Picture 12" descr="A black and blue text&#10;&#10;AI-generated content may be incorrect.">
            <a:extLst>
              <a:ext uri="{FF2B5EF4-FFF2-40B4-BE49-F238E27FC236}">
                <a16:creationId xmlns:a16="http://schemas.microsoft.com/office/drawing/2014/main" id="{5C79E925-CE17-4B3A-0A4A-F7126B962201}"/>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1808488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032A73-4B29-976B-6085-36BC0E030B4D}"/>
              </a:ext>
            </a:extLst>
          </p:cNvPr>
          <p:cNvSpPr>
            <a:spLocks noGrp="1"/>
          </p:cNvSpPr>
          <p:nvPr>
            <p:ph type="body" idx="1"/>
          </p:nvPr>
        </p:nvSpPr>
        <p:spPr>
          <a:xfrm>
            <a:off x="838199" y="1462088"/>
            <a:ext cx="5157787" cy="799621"/>
          </a:xfrm>
          <a:ln>
            <a:noFill/>
          </a:ln>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FB5F9E-6727-6B8F-56BF-550C18DD41AD}"/>
              </a:ext>
            </a:extLst>
          </p:cNvPr>
          <p:cNvSpPr>
            <a:spLocks noGrp="1"/>
          </p:cNvSpPr>
          <p:nvPr>
            <p:ph sz="half" idx="2"/>
          </p:nvPr>
        </p:nvSpPr>
        <p:spPr>
          <a:xfrm>
            <a:off x="838199" y="2286000"/>
            <a:ext cx="5157787" cy="3575958"/>
          </a:xfrm>
          <a:ln>
            <a:noFill/>
          </a:ln>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4">
            <a:extLst>
              <a:ext uri="{FF2B5EF4-FFF2-40B4-BE49-F238E27FC236}">
                <a16:creationId xmlns:a16="http://schemas.microsoft.com/office/drawing/2014/main" id="{A04D1C63-BE7D-460C-650F-692D2CD489FF}"/>
              </a:ext>
            </a:extLst>
          </p:cNvPr>
          <p:cNvSpPr>
            <a:spLocks noGrp="1"/>
          </p:cNvSpPr>
          <p:nvPr>
            <p:ph type="body" sz="quarter" idx="3"/>
          </p:nvPr>
        </p:nvSpPr>
        <p:spPr>
          <a:xfrm>
            <a:off x="6170611" y="1462088"/>
            <a:ext cx="5183188" cy="799621"/>
          </a:xfrm>
          <a:ln>
            <a:noFill/>
          </a:ln>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5">
            <a:extLst>
              <a:ext uri="{FF2B5EF4-FFF2-40B4-BE49-F238E27FC236}">
                <a16:creationId xmlns:a16="http://schemas.microsoft.com/office/drawing/2014/main" id="{F45FCEA2-F16A-FDF8-9A31-A8854DD250F0}"/>
              </a:ext>
            </a:extLst>
          </p:cNvPr>
          <p:cNvSpPr>
            <a:spLocks noGrp="1"/>
          </p:cNvSpPr>
          <p:nvPr>
            <p:ph sz="quarter" idx="4"/>
          </p:nvPr>
        </p:nvSpPr>
        <p:spPr>
          <a:xfrm>
            <a:off x="6170611" y="2286000"/>
            <a:ext cx="5183188" cy="3575958"/>
          </a:xfrm>
          <a:ln>
            <a:noFill/>
          </a:ln>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3DBBAFC3-8BFA-E94E-D339-697CE616FC7B}"/>
              </a:ext>
            </a:extLst>
          </p:cNvPr>
          <p:cNvGrpSpPr/>
          <p:nvPr userDrawn="1"/>
        </p:nvGrpSpPr>
        <p:grpSpPr>
          <a:xfrm>
            <a:off x="0" y="6375946"/>
            <a:ext cx="12192000" cy="482053"/>
            <a:chOff x="0" y="5992586"/>
            <a:chExt cx="12192000" cy="865414"/>
          </a:xfrm>
        </p:grpSpPr>
        <p:sp>
          <p:nvSpPr>
            <p:cNvPr id="6" name="Rectangle 5">
              <a:extLst>
                <a:ext uri="{FF2B5EF4-FFF2-40B4-BE49-F238E27FC236}">
                  <a16:creationId xmlns:a16="http://schemas.microsoft.com/office/drawing/2014/main" id="{0963466A-D386-56DD-186D-3A0D4D0E5BEB}"/>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BF04E26-D825-52D3-CCF9-3CD35368ED9C}"/>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1">
            <a:extLst>
              <a:ext uri="{FF2B5EF4-FFF2-40B4-BE49-F238E27FC236}">
                <a16:creationId xmlns:a16="http://schemas.microsoft.com/office/drawing/2014/main" id="{BFF364C1-C50F-7926-1AC3-47EAF74BC92C}"/>
              </a:ext>
            </a:extLst>
          </p:cNvPr>
          <p:cNvSpPr/>
          <p:nvPr userDrawn="1"/>
        </p:nvSpPr>
        <p:spPr>
          <a:xfrm>
            <a:off x="0" y="0"/>
            <a:ext cx="12192000" cy="8757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C7CD20-CD03-88A9-8240-1E815F949BD6}"/>
              </a:ext>
            </a:extLst>
          </p:cNvPr>
          <p:cNvSpPr/>
          <p:nvPr userDrawn="1"/>
        </p:nvSpPr>
        <p:spPr>
          <a:xfrm>
            <a:off x="0" y="1"/>
            <a:ext cx="12192000" cy="793071"/>
          </a:xfrm>
          <a:prstGeom prst="rect">
            <a:avLst/>
          </a:prstGeom>
          <a:gradFill flip="none" rotWithShape="1">
            <a:gsLst>
              <a:gs pos="70000">
                <a:schemeClr val="bg1"/>
              </a:gs>
              <a:gs pos="87000">
                <a:schemeClr val="accent1">
                  <a:lumMod val="75000"/>
                </a:schemeClr>
              </a:gs>
              <a:gs pos="100000">
                <a:schemeClr val="accent3">
                  <a:lumMod val="97199"/>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1C35B194-1561-365E-874B-D677F3F62858}"/>
              </a:ext>
            </a:extLst>
          </p:cNvPr>
          <p:cNvSpPr>
            <a:spLocks noGrp="1"/>
          </p:cNvSpPr>
          <p:nvPr>
            <p:ph type="title"/>
          </p:nvPr>
        </p:nvSpPr>
        <p:spPr>
          <a:xfrm>
            <a:off x="761999" y="139474"/>
            <a:ext cx="10515600" cy="702874"/>
          </a:xfrm>
          <a:ln>
            <a:noFill/>
          </a:ln>
        </p:spPr>
        <p:txBody>
          <a:bodyPr/>
          <a:lstStyle>
            <a:lvl1pPr algn="ctr">
              <a:defRPr>
                <a:solidFill>
                  <a:schemeClr val="tx1"/>
                </a:solidFill>
              </a:defRPr>
            </a:lvl1pPr>
          </a:lstStyle>
          <a:p>
            <a:r>
              <a:rPr lang="en-US"/>
              <a:t>Click to edit Master title style</a:t>
            </a:r>
          </a:p>
        </p:txBody>
      </p:sp>
      <p:sp>
        <p:nvSpPr>
          <p:cNvPr id="13" name="Footer Placeholder 12">
            <a:extLst>
              <a:ext uri="{FF2B5EF4-FFF2-40B4-BE49-F238E27FC236}">
                <a16:creationId xmlns:a16="http://schemas.microsoft.com/office/drawing/2014/main" id="{F4214DED-F652-A9C8-11FF-97C0FE63AE07}"/>
              </a:ext>
            </a:extLst>
          </p:cNvPr>
          <p:cNvSpPr>
            <a:spLocks noGrp="1"/>
          </p:cNvSpPr>
          <p:nvPr>
            <p:ph type="ftr" sz="quarter" idx="10"/>
          </p:nvPr>
        </p:nvSpPr>
        <p:spPr/>
        <p:txBody>
          <a:bodyPr/>
          <a:lstStyle/>
          <a:p>
            <a:r>
              <a:rPr lang="en-US" dirty="0"/>
              <a:t>CC-BY-4.0   03 July 2026</a:t>
            </a:r>
          </a:p>
        </p:txBody>
      </p:sp>
      <p:sp>
        <p:nvSpPr>
          <p:cNvPr id="14" name="Slide Number Placeholder 13">
            <a:extLst>
              <a:ext uri="{FF2B5EF4-FFF2-40B4-BE49-F238E27FC236}">
                <a16:creationId xmlns:a16="http://schemas.microsoft.com/office/drawing/2014/main" id="{B53E0815-2BCA-FDD8-02FD-0F02AE974158}"/>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12" name="Picture 11" descr="A black and blue text&#10;&#10;AI-generated content may be incorrect.">
            <a:extLst>
              <a:ext uri="{FF2B5EF4-FFF2-40B4-BE49-F238E27FC236}">
                <a16:creationId xmlns:a16="http://schemas.microsoft.com/office/drawing/2014/main" id="{03DBEA7B-69CB-A8C6-A68E-AD47889406F3}"/>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3745446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102E7F-67AC-49E9-CCEC-8B7F3BE6C113}"/>
              </a:ext>
            </a:extLst>
          </p:cNvPr>
          <p:cNvSpPr>
            <a:spLocks noGrp="1"/>
          </p:cNvSpPr>
          <p:nvPr>
            <p:ph idx="1"/>
          </p:nvPr>
        </p:nvSpPr>
        <p:spPr>
          <a:xfrm>
            <a:off x="5183188" y="1462088"/>
            <a:ext cx="6172200" cy="43989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DD8888-4367-C8AF-1D90-54978B645622}"/>
              </a:ext>
            </a:extLst>
          </p:cNvPr>
          <p:cNvSpPr>
            <a:spLocks noGrp="1"/>
          </p:cNvSpPr>
          <p:nvPr>
            <p:ph type="body" sz="half" idx="2"/>
          </p:nvPr>
        </p:nvSpPr>
        <p:spPr>
          <a:xfrm>
            <a:off x="839788" y="1496657"/>
            <a:ext cx="3932237" cy="437233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7" name="Group 6">
            <a:extLst>
              <a:ext uri="{FF2B5EF4-FFF2-40B4-BE49-F238E27FC236}">
                <a16:creationId xmlns:a16="http://schemas.microsoft.com/office/drawing/2014/main" id="{81A60B6E-190B-70B8-782A-9F55EFADF4DE}"/>
              </a:ext>
            </a:extLst>
          </p:cNvPr>
          <p:cNvGrpSpPr/>
          <p:nvPr userDrawn="1"/>
        </p:nvGrpSpPr>
        <p:grpSpPr>
          <a:xfrm>
            <a:off x="0" y="6375946"/>
            <a:ext cx="12192000" cy="482053"/>
            <a:chOff x="0" y="5992586"/>
            <a:chExt cx="12192000" cy="865414"/>
          </a:xfrm>
        </p:grpSpPr>
        <p:sp>
          <p:nvSpPr>
            <p:cNvPr id="8" name="Rectangle 7">
              <a:extLst>
                <a:ext uri="{FF2B5EF4-FFF2-40B4-BE49-F238E27FC236}">
                  <a16:creationId xmlns:a16="http://schemas.microsoft.com/office/drawing/2014/main" id="{4E6329B9-2966-AA71-2DD6-DBCA0EA61C5A}"/>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8847CF7-E334-8170-85C2-B6565E6EC053}"/>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360F5E80-3B08-AE0D-8B37-D3AE6D4D9F3A}"/>
              </a:ext>
            </a:extLst>
          </p:cNvPr>
          <p:cNvSpPr/>
          <p:nvPr userDrawn="1"/>
        </p:nvSpPr>
        <p:spPr>
          <a:xfrm>
            <a:off x="0" y="0"/>
            <a:ext cx="12192000" cy="8757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2DC89DF-AFA5-9546-55CA-2EF841565279}"/>
              </a:ext>
            </a:extLst>
          </p:cNvPr>
          <p:cNvSpPr/>
          <p:nvPr userDrawn="1"/>
        </p:nvSpPr>
        <p:spPr>
          <a:xfrm>
            <a:off x="0" y="1"/>
            <a:ext cx="12192000" cy="793071"/>
          </a:xfrm>
          <a:prstGeom prst="rect">
            <a:avLst/>
          </a:prstGeom>
          <a:gradFill flip="none" rotWithShape="1">
            <a:gsLst>
              <a:gs pos="70000">
                <a:schemeClr val="bg1"/>
              </a:gs>
              <a:gs pos="87000">
                <a:schemeClr val="accent1">
                  <a:lumMod val="75000"/>
                </a:schemeClr>
              </a:gs>
              <a:gs pos="100000">
                <a:schemeClr val="accent3">
                  <a:lumMod val="97199"/>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97C27E2E-4AEB-C7A0-BDEF-269D9B44D25C}"/>
              </a:ext>
            </a:extLst>
          </p:cNvPr>
          <p:cNvSpPr>
            <a:spLocks noGrp="1"/>
          </p:cNvSpPr>
          <p:nvPr>
            <p:ph type="title"/>
          </p:nvPr>
        </p:nvSpPr>
        <p:spPr>
          <a:xfrm>
            <a:off x="761999" y="139474"/>
            <a:ext cx="10515600" cy="702874"/>
          </a:xfrm>
          <a:ln>
            <a:noFill/>
          </a:ln>
        </p:spPr>
        <p:txBody>
          <a:bodyPr/>
          <a:lstStyle>
            <a:lvl1pPr algn="ctr">
              <a:defRPr>
                <a:solidFill>
                  <a:schemeClr val="tx1"/>
                </a:solidFill>
              </a:defRPr>
            </a:lvl1pPr>
          </a:lstStyle>
          <a:p>
            <a:r>
              <a:rPr lang="en-US"/>
              <a:t>Click to edit Master title style</a:t>
            </a:r>
          </a:p>
        </p:txBody>
      </p:sp>
      <p:sp>
        <p:nvSpPr>
          <p:cNvPr id="12" name="Footer Placeholder 11">
            <a:extLst>
              <a:ext uri="{FF2B5EF4-FFF2-40B4-BE49-F238E27FC236}">
                <a16:creationId xmlns:a16="http://schemas.microsoft.com/office/drawing/2014/main" id="{4A8FF74C-C26E-98FC-29AF-50D5E18207E3}"/>
              </a:ext>
            </a:extLst>
          </p:cNvPr>
          <p:cNvSpPr>
            <a:spLocks noGrp="1"/>
          </p:cNvSpPr>
          <p:nvPr>
            <p:ph type="ftr" sz="quarter" idx="10"/>
          </p:nvPr>
        </p:nvSpPr>
        <p:spPr/>
        <p:txBody>
          <a:bodyPr/>
          <a:lstStyle/>
          <a:p>
            <a:r>
              <a:rPr lang="en-US" dirty="0"/>
              <a:t>CC-BY-4.0   03 July 2026</a:t>
            </a:r>
          </a:p>
        </p:txBody>
      </p:sp>
      <p:sp>
        <p:nvSpPr>
          <p:cNvPr id="16" name="Slide Number Placeholder 15">
            <a:extLst>
              <a:ext uri="{FF2B5EF4-FFF2-40B4-BE49-F238E27FC236}">
                <a16:creationId xmlns:a16="http://schemas.microsoft.com/office/drawing/2014/main" id="{4D4559F7-D5B8-3A49-819A-B094F1B473C4}"/>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6" name="Picture 5" descr="A black and blue text&#10;&#10;AI-generated content may be incorrect.">
            <a:extLst>
              <a:ext uri="{FF2B5EF4-FFF2-40B4-BE49-F238E27FC236}">
                <a16:creationId xmlns:a16="http://schemas.microsoft.com/office/drawing/2014/main" id="{02CC1ADD-281A-CCD7-A557-8D1D4AC1C082}"/>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2177705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102E7F-67AC-49E9-CCEC-8B7F3BE6C113}"/>
              </a:ext>
            </a:extLst>
          </p:cNvPr>
          <p:cNvSpPr>
            <a:spLocks noGrp="1"/>
          </p:cNvSpPr>
          <p:nvPr>
            <p:ph idx="1"/>
          </p:nvPr>
        </p:nvSpPr>
        <p:spPr>
          <a:xfrm>
            <a:off x="761999" y="1426370"/>
            <a:ext cx="6172200" cy="43989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DD8888-4367-C8AF-1D90-54978B645622}"/>
              </a:ext>
            </a:extLst>
          </p:cNvPr>
          <p:cNvSpPr>
            <a:spLocks noGrp="1"/>
          </p:cNvSpPr>
          <p:nvPr>
            <p:ph type="body" sz="half" idx="2"/>
          </p:nvPr>
        </p:nvSpPr>
        <p:spPr>
          <a:xfrm>
            <a:off x="7345362" y="1439686"/>
            <a:ext cx="3932237" cy="437233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7" name="Group 6">
            <a:extLst>
              <a:ext uri="{FF2B5EF4-FFF2-40B4-BE49-F238E27FC236}">
                <a16:creationId xmlns:a16="http://schemas.microsoft.com/office/drawing/2014/main" id="{81A60B6E-190B-70B8-782A-9F55EFADF4DE}"/>
              </a:ext>
            </a:extLst>
          </p:cNvPr>
          <p:cNvGrpSpPr/>
          <p:nvPr userDrawn="1"/>
        </p:nvGrpSpPr>
        <p:grpSpPr>
          <a:xfrm>
            <a:off x="0" y="6375946"/>
            <a:ext cx="12192000" cy="482053"/>
            <a:chOff x="0" y="5992586"/>
            <a:chExt cx="12192000" cy="865414"/>
          </a:xfrm>
        </p:grpSpPr>
        <p:sp>
          <p:nvSpPr>
            <p:cNvPr id="8" name="Rectangle 7">
              <a:extLst>
                <a:ext uri="{FF2B5EF4-FFF2-40B4-BE49-F238E27FC236}">
                  <a16:creationId xmlns:a16="http://schemas.microsoft.com/office/drawing/2014/main" id="{4E6329B9-2966-AA71-2DD6-DBCA0EA61C5A}"/>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8847CF7-E334-8170-85C2-B6565E6EC053}"/>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360F5E80-3B08-AE0D-8B37-D3AE6D4D9F3A}"/>
              </a:ext>
            </a:extLst>
          </p:cNvPr>
          <p:cNvSpPr/>
          <p:nvPr userDrawn="1"/>
        </p:nvSpPr>
        <p:spPr>
          <a:xfrm>
            <a:off x="0" y="0"/>
            <a:ext cx="12192000" cy="8757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2DC89DF-AFA5-9546-55CA-2EF841565279}"/>
              </a:ext>
            </a:extLst>
          </p:cNvPr>
          <p:cNvSpPr/>
          <p:nvPr userDrawn="1"/>
        </p:nvSpPr>
        <p:spPr>
          <a:xfrm>
            <a:off x="0" y="1"/>
            <a:ext cx="12192000" cy="793071"/>
          </a:xfrm>
          <a:prstGeom prst="rect">
            <a:avLst/>
          </a:prstGeom>
          <a:gradFill flip="none" rotWithShape="1">
            <a:gsLst>
              <a:gs pos="70000">
                <a:schemeClr val="bg1"/>
              </a:gs>
              <a:gs pos="87000">
                <a:schemeClr val="accent1">
                  <a:lumMod val="75000"/>
                </a:schemeClr>
              </a:gs>
              <a:gs pos="100000">
                <a:schemeClr val="accent3">
                  <a:lumMod val="97199"/>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97C27E2E-4AEB-C7A0-BDEF-269D9B44D25C}"/>
              </a:ext>
            </a:extLst>
          </p:cNvPr>
          <p:cNvSpPr>
            <a:spLocks noGrp="1"/>
          </p:cNvSpPr>
          <p:nvPr>
            <p:ph type="title"/>
          </p:nvPr>
        </p:nvSpPr>
        <p:spPr>
          <a:xfrm>
            <a:off x="761999" y="139474"/>
            <a:ext cx="10515600" cy="702874"/>
          </a:xfrm>
          <a:ln>
            <a:noFill/>
          </a:ln>
        </p:spPr>
        <p:txBody>
          <a:bodyPr/>
          <a:lstStyle>
            <a:lvl1pPr algn="ctr">
              <a:defRPr>
                <a:solidFill>
                  <a:schemeClr val="tx1"/>
                </a:solidFill>
              </a:defRPr>
            </a:lvl1pPr>
          </a:lstStyle>
          <a:p>
            <a:r>
              <a:rPr lang="en-US"/>
              <a:t>Click to edit Master title style</a:t>
            </a:r>
          </a:p>
        </p:txBody>
      </p:sp>
      <p:sp>
        <p:nvSpPr>
          <p:cNvPr id="12" name="Footer Placeholder 11">
            <a:extLst>
              <a:ext uri="{FF2B5EF4-FFF2-40B4-BE49-F238E27FC236}">
                <a16:creationId xmlns:a16="http://schemas.microsoft.com/office/drawing/2014/main" id="{519B1A54-AD08-5E73-6977-CE9D6513FF89}"/>
              </a:ext>
            </a:extLst>
          </p:cNvPr>
          <p:cNvSpPr>
            <a:spLocks noGrp="1"/>
          </p:cNvSpPr>
          <p:nvPr>
            <p:ph type="ftr" sz="quarter" idx="10"/>
          </p:nvPr>
        </p:nvSpPr>
        <p:spPr/>
        <p:txBody>
          <a:bodyPr/>
          <a:lstStyle/>
          <a:p>
            <a:r>
              <a:rPr lang="en-US" dirty="0"/>
              <a:t>CC-BY-4.0   03 July 2026</a:t>
            </a:r>
          </a:p>
        </p:txBody>
      </p:sp>
      <p:sp>
        <p:nvSpPr>
          <p:cNvPr id="16" name="Slide Number Placeholder 15">
            <a:extLst>
              <a:ext uri="{FF2B5EF4-FFF2-40B4-BE49-F238E27FC236}">
                <a16:creationId xmlns:a16="http://schemas.microsoft.com/office/drawing/2014/main" id="{27CAE285-2722-2413-CAB4-52698C1FC76A}"/>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6" name="Picture 5" descr="A black and blue text&#10;&#10;AI-generated content may be incorrect.">
            <a:extLst>
              <a:ext uri="{FF2B5EF4-FFF2-40B4-BE49-F238E27FC236}">
                <a16:creationId xmlns:a16="http://schemas.microsoft.com/office/drawing/2014/main" id="{F451FBE2-478B-FC3E-9077-C5B495D26DB3}"/>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1010737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6CC9EE52-AFF9-1FFA-A9BC-76B948A58D85}"/>
              </a:ext>
            </a:extLst>
          </p:cNvPr>
          <p:cNvSpPr/>
          <p:nvPr userDrawn="1"/>
        </p:nvSpPr>
        <p:spPr>
          <a:xfrm>
            <a:off x="7943850" y="502869"/>
            <a:ext cx="152400" cy="5328309"/>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1417AF1F-766A-03C0-CB53-9DD0988886F3}"/>
              </a:ext>
            </a:extLst>
          </p:cNvPr>
          <p:cNvSpPr>
            <a:spLocks noGrp="1"/>
          </p:cNvSpPr>
          <p:nvPr>
            <p:ph idx="1"/>
          </p:nvPr>
        </p:nvSpPr>
        <p:spPr>
          <a:xfrm>
            <a:off x="543733" y="325464"/>
            <a:ext cx="6923868" cy="546631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1433D666-E3F4-777F-23D2-992377B03F58}"/>
              </a:ext>
            </a:extLst>
          </p:cNvPr>
          <p:cNvSpPr>
            <a:spLocks noGrp="1"/>
          </p:cNvSpPr>
          <p:nvPr>
            <p:ph type="title"/>
          </p:nvPr>
        </p:nvSpPr>
        <p:spPr>
          <a:xfrm>
            <a:off x="8321944" y="2504241"/>
            <a:ext cx="3489597" cy="1325563"/>
          </a:xfrm>
        </p:spPr>
        <p:txBody>
          <a:bodyPr>
            <a:noAutofit/>
          </a:bodyPr>
          <a:lstStyle>
            <a:lvl1pPr algn="l">
              <a:defRPr sz="6600"/>
            </a:lvl1pPr>
          </a:lstStyle>
          <a:p>
            <a:r>
              <a:rPr lang="en-US"/>
              <a:t>Click to edit Master title style</a:t>
            </a:r>
          </a:p>
        </p:txBody>
      </p:sp>
      <p:grpSp>
        <p:nvGrpSpPr>
          <p:cNvPr id="11" name="Group 10">
            <a:extLst>
              <a:ext uri="{FF2B5EF4-FFF2-40B4-BE49-F238E27FC236}">
                <a16:creationId xmlns:a16="http://schemas.microsoft.com/office/drawing/2014/main" id="{4F3352BC-2A79-CD0A-98B9-E2585C3E3A0F}"/>
              </a:ext>
            </a:extLst>
          </p:cNvPr>
          <p:cNvGrpSpPr/>
          <p:nvPr userDrawn="1"/>
        </p:nvGrpSpPr>
        <p:grpSpPr>
          <a:xfrm>
            <a:off x="0" y="6375946"/>
            <a:ext cx="12192000" cy="482053"/>
            <a:chOff x="0" y="5992586"/>
            <a:chExt cx="12192000" cy="865414"/>
          </a:xfrm>
        </p:grpSpPr>
        <p:sp>
          <p:nvSpPr>
            <p:cNvPr id="13" name="Rectangle 12">
              <a:extLst>
                <a:ext uri="{FF2B5EF4-FFF2-40B4-BE49-F238E27FC236}">
                  <a16:creationId xmlns:a16="http://schemas.microsoft.com/office/drawing/2014/main" id="{720B5C87-604C-BCA0-3BA3-BCCB03E8E1EF}"/>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4B0592F-96B2-EDF1-E5AB-DF8859DD9A61}"/>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Footer Placeholder 6">
            <a:extLst>
              <a:ext uri="{FF2B5EF4-FFF2-40B4-BE49-F238E27FC236}">
                <a16:creationId xmlns:a16="http://schemas.microsoft.com/office/drawing/2014/main" id="{B2317B11-129F-A43C-76E6-388B49C3BDC0}"/>
              </a:ext>
            </a:extLst>
          </p:cNvPr>
          <p:cNvSpPr>
            <a:spLocks noGrp="1"/>
          </p:cNvSpPr>
          <p:nvPr>
            <p:ph type="ftr" sz="quarter" idx="10"/>
          </p:nvPr>
        </p:nvSpPr>
        <p:spPr/>
        <p:txBody>
          <a:bodyPr/>
          <a:lstStyle/>
          <a:p>
            <a:r>
              <a:rPr lang="en-US" dirty="0"/>
              <a:t>CC-BY-4.0   03 July 2026</a:t>
            </a:r>
          </a:p>
        </p:txBody>
      </p:sp>
      <p:sp>
        <p:nvSpPr>
          <p:cNvPr id="8" name="Slide Number Placeholder 7">
            <a:extLst>
              <a:ext uri="{FF2B5EF4-FFF2-40B4-BE49-F238E27FC236}">
                <a16:creationId xmlns:a16="http://schemas.microsoft.com/office/drawing/2014/main" id="{39343F61-04CD-05F4-8397-9D26F02181B1}"/>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4" name="Picture 3" descr="A black and blue text&#10;&#10;AI-generated content may be incorrect.">
            <a:extLst>
              <a:ext uri="{FF2B5EF4-FFF2-40B4-BE49-F238E27FC236}">
                <a16:creationId xmlns:a16="http://schemas.microsoft.com/office/drawing/2014/main" id="{29A9B3F4-A21C-4AAC-C633-1BC4B45B3B0F}"/>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781106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6CC9EE52-AFF9-1FFA-A9BC-76B948A58D85}"/>
              </a:ext>
            </a:extLst>
          </p:cNvPr>
          <p:cNvSpPr/>
          <p:nvPr userDrawn="1"/>
        </p:nvSpPr>
        <p:spPr>
          <a:xfrm>
            <a:off x="4507425" y="319567"/>
            <a:ext cx="152400" cy="5328309"/>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1417AF1F-766A-03C0-CB53-9DD0988886F3}"/>
              </a:ext>
            </a:extLst>
          </p:cNvPr>
          <p:cNvSpPr>
            <a:spLocks noGrp="1"/>
          </p:cNvSpPr>
          <p:nvPr>
            <p:ph idx="1"/>
          </p:nvPr>
        </p:nvSpPr>
        <p:spPr>
          <a:xfrm>
            <a:off x="5038687" y="319567"/>
            <a:ext cx="6923868" cy="546631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1433D666-E3F4-777F-23D2-992377B03F58}"/>
              </a:ext>
            </a:extLst>
          </p:cNvPr>
          <p:cNvSpPr>
            <a:spLocks noGrp="1"/>
          </p:cNvSpPr>
          <p:nvPr>
            <p:ph type="title"/>
          </p:nvPr>
        </p:nvSpPr>
        <p:spPr>
          <a:xfrm>
            <a:off x="652220" y="2320937"/>
            <a:ext cx="3489597" cy="1325563"/>
          </a:xfrm>
        </p:spPr>
        <p:txBody>
          <a:bodyPr>
            <a:noAutofit/>
          </a:bodyPr>
          <a:lstStyle>
            <a:lvl1pPr algn="l">
              <a:defRPr sz="6600"/>
            </a:lvl1pPr>
          </a:lstStyle>
          <a:p>
            <a:r>
              <a:rPr lang="en-US"/>
              <a:t>Click to edit Master title style</a:t>
            </a:r>
          </a:p>
        </p:txBody>
      </p:sp>
      <p:grpSp>
        <p:nvGrpSpPr>
          <p:cNvPr id="2" name="Group 1">
            <a:extLst>
              <a:ext uri="{FF2B5EF4-FFF2-40B4-BE49-F238E27FC236}">
                <a16:creationId xmlns:a16="http://schemas.microsoft.com/office/drawing/2014/main" id="{BC848559-D9B7-B6B8-6C85-E379D958768C}"/>
              </a:ext>
            </a:extLst>
          </p:cNvPr>
          <p:cNvGrpSpPr/>
          <p:nvPr userDrawn="1"/>
        </p:nvGrpSpPr>
        <p:grpSpPr>
          <a:xfrm>
            <a:off x="0" y="6375946"/>
            <a:ext cx="12192000" cy="482053"/>
            <a:chOff x="0" y="5992586"/>
            <a:chExt cx="12192000" cy="865414"/>
          </a:xfrm>
        </p:grpSpPr>
        <p:sp>
          <p:nvSpPr>
            <p:cNvPr id="3" name="Rectangle 2">
              <a:extLst>
                <a:ext uri="{FF2B5EF4-FFF2-40B4-BE49-F238E27FC236}">
                  <a16:creationId xmlns:a16="http://schemas.microsoft.com/office/drawing/2014/main" id="{6B865AA8-4BD7-78B8-6B0A-6FF17F6A02F9}"/>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5A7B120-85AF-1286-7071-980429255CF2}"/>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9">
            <a:extLst>
              <a:ext uri="{FF2B5EF4-FFF2-40B4-BE49-F238E27FC236}">
                <a16:creationId xmlns:a16="http://schemas.microsoft.com/office/drawing/2014/main" id="{6ABBE30A-C59A-3C8D-9AFD-FCE559B399A8}"/>
              </a:ext>
            </a:extLst>
          </p:cNvPr>
          <p:cNvSpPr>
            <a:spLocks noGrp="1"/>
          </p:cNvSpPr>
          <p:nvPr>
            <p:ph type="ftr" sz="quarter" idx="10"/>
          </p:nvPr>
        </p:nvSpPr>
        <p:spPr/>
        <p:txBody>
          <a:bodyPr/>
          <a:lstStyle/>
          <a:p>
            <a:r>
              <a:rPr lang="en-US" dirty="0"/>
              <a:t>CC-BY-4.0   03 July 2026</a:t>
            </a:r>
          </a:p>
        </p:txBody>
      </p:sp>
      <p:sp>
        <p:nvSpPr>
          <p:cNvPr id="12" name="Slide Number Placeholder 11">
            <a:extLst>
              <a:ext uri="{FF2B5EF4-FFF2-40B4-BE49-F238E27FC236}">
                <a16:creationId xmlns:a16="http://schemas.microsoft.com/office/drawing/2014/main" id="{0288C831-96AF-6A1D-16C0-D53FAB326C0A}"/>
              </a:ext>
            </a:extLst>
          </p:cNvPr>
          <p:cNvSpPr>
            <a:spLocks noGrp="1"/>
          </p:cNvSpPr>
          <p:nvPr>
            <p:ph type="sldNum" sz="quarter" idx="11"/>
          </p:nvPr>
        </p:nvSpPr>
        <p:spPr/>
        <p:txBody>
          <a:bodyPr/>
          <a:lstStyle/>
          <a:p>
            <a:fld id="{8BDF982E-8A8B-A649-9421-0AFF13AD0ECF}" type="slidenum">
              <a:rPr lang="en-US" smtClean="0"/>
              <a:pPr/>
              <a:t>‹#›</a:t>
            </a:fld>
            <a:endParaRPr lang="en-US" dirty="0"/>
          </a:p>
        </p:txBody>
      </p:sp>
      <p:pic>
        <p:nvPicPr>
          <p:cNvPr id="8" name="Picture 7" descr="A black and blue text&#10;&#10;AI-generated content may be incorrect.">
            <a:extLst>
              <a:ext uri="{FF2B5EF4-FFF2-40B4-BE49-F238E27FC236}">
                <a16:creationId xmlns:a16="http://schemas.microsoft.com/office/drawing/2014/main" id="{1A914B02-B362-4333-C3F3-D58927C5386B}"/>
              </a:ext>
            </a:extLst>
          </p:cNvPr>
          <p:cNvPicPr>
            <a:picLocks noChangeAspect="1"/>
          </p:cNvPicPr>
          <p:nvPr userDrawn="1"/>
        </p:nvPicPr>
        <p:blipFill>
          <a:blip r:embed="rId2"/>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2906912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6865B4C-F107-82EB-AB2D-A4120650822C}"/>
              </a:ext>
            </a:extLst>
          </p:cNvPr>
          <p:cNvSpPr/>
          <p:nvPr userDrawn="1"/>
        </p:nvSpPr>
        <p:spPr>
          <a:xfrm>
            <a:off x="0" y="0"/>
            <a:ext cx="12191999" cy="6857999"/>
          </a:xfrm>
          <a:prstGeom prst="rect">
            <a:avLst/>
          </a:prstGeom>
          <a:gradFill flip="none" rotWithShape="1">
            <a:gsLst>
              <a:gs pos="0">
                <a:schemeClr val="bg1"/>
              </a:gs>
              <a:gs pos="39000">
                <a:schemeClr val="bg1">
                  <a:lumMod val="95000"/>
                  <a:alpha val="93009"/>
                </a:schemeClr>
              </a:gs>
              <a:gs pos="69000">
                <a:schemeClr val="tx2">
                  <a:lumMod val="25000"/>
                  <a:lumOff val="75000"/>
                </a:schemeClr>
              </a:gs>
              <a:gs pos="83000">
                <a:schemeClr val="accent1">
                  <a:alpha val="77000"/>
                </a:schemeClr>
              </a:gs>
              <a:gs pos="100000">
                <a:schemeClr val="accent3">
                  <a:alpha val="83967"/>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756174BE-6488-CFF3-D47A-18ABBF29B0F0}"/>
              </a:ext>
            </a:extLst>
          </p:cNvPr>
          <p:cNvGrpSpPr/>
          <p:nvPr userDrawn="1"/>
        </p:nvGrpSpPr>
        <p:grpSpPr>
          <a:xfrm>
            <a:off x="1309620" y="402771"/>
            <a:ext cx="9572760" cy="5962499"/>
            <a:chOff x="1315635" y="1187988"/>
            <a:chExt cx="9572760" cy="4547650"/>
          </a:xfrm>
          <a:effectLst>
            <a:outerShdw blurRad="235004" dist="50800" dir="5400000" sx="103059" sy="103059" algn="ctr" rotWithShape="0">
              <a:srgbClr val="000000">
                <a:alpha val="52000"/>
              </a:srgbClr>
            </a:outerShdw>
          </a:effectLst>
        </p:grpSpPr>
        <p:sp>
          <p:nvSpPr>
            <p:cNvPr id="17" name="Rounded Rectangle 16">
              <a:extLst>
                <a:ext uri="{FF2B5EF4-FFF2-40B4-BE49-F238E27FC236}">
                  <a16:creationId xmlns:a16="http://schemas.microsoft.com/office/drawing/2014/main" id="{D0FD3980-5F11-92EF-FF13-FA351E136FB5}"/>
                </a:ext>
              </a:extLst>
            </p:cNvPr>
            <p:cNvSpPr/>
            <p:nvPr userDrawn="1"/>
          </p:nvSpPr>
          <p:spPr>
            <a:xfrm>
              <a:off x="1315635" y="1187988"/>
              <a:ext cx="9572760" cy="4547650"/>
            </a:xfrm>
            <a:prstGeom prst="roundRect">
              <a:avLst/>
            </a:prstGeom>
            <a:gradFill flip="none" rotWithShape="1">
              <a:gsLst>
                <a:gs pos="0">
                  <a:schemeClr val="tx1"/>
                </a:gs>
                <a:gs pos="85000">
                  <a:schemeClr val="tx1"/>
                </a:gs>
                <a:gs pos="8000">
                  <a:schemeClr val="tx1"/>
                </a:gs>
                <a:gs pos="27000">
                  <a:schemeClr val="tx1"/>
                </a:gs>
                <a:gs pos="17000">
                  <a:schemeClr val="bg2"/>
                </a:gs>
                <a:gs pos="75000">
                  <a:schemeClr val="tx1"/>
                </a:gs>
                <a:gs pos="81000">
                  <a:schemeClr val="bg2"/>
                </a:gs>
                <a:gs pos="100000">
                  <a:schemeClr val="tx1"/>
                </a:gs>
              </a:gsLst>
              <a:lin ang="8100000" scaled="1"/>
              <a:tileRect/>
            </a:gradFill>
            <a:ln w="28575">
              <a:noFill/>
              <a:extLst>
                <a:ext uri="{C807C97D-BFC1-408E-A445-0C87EB9F89A2}">
                  <ask:lineSketchStyleProps xmlns:ask="http://schemas.microsoft.com/office/drawing/2018/sketchyshapes">
                    <ask:type>
                      <ask:lineSketchNone/>
                    </ask:type>
                  </ask:lineSketchStyleProps>
                </a:ext>
              </a:extLst>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73AE09D-EA77-8387-9035-FBECBFB709FD}"/>
                </a:ext>
              </a:extLst>
            </p:cNvPr>
            <p:cNvSpPr/>
            <p:nvPr userDrawn="1"/>
          </p:nvSpPr>
          <p:spPr>
            <a:xfrm>
              <a:off x="1524000" y="1353237"/>
              <a:ext cx="9151234" cy="4252018"/>
            </a:xfrm>
            <a:prstGeom prst="roundRect">
              <a:avLst/>
            </a:prstGeom>
            <a:solidFill>
              <a:schemeClr val="bg1"/>
            </a:solidFill>
            <a:ln w="28575">
              <a:no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id="{E0EEA515-5401-F337-BEF7-77ABC3A77B02}"/>
              </a:ext>
            </a:extLst>
          </p:cNvPr>
          <p:cNvSpPr>
            <a:spLocks noGrp="1"/>
          </p:cNvSpPr>
          <p:nvPr>
            <p:ph type="ctrTitle" hasCustomPrompt="1"/>
          </p:nvPr>
        </p:nvSpPr>
        <p:spPr>
          <a:xfrm>
            <a:off x="1927866" y="1674730"/>
            <a:ext cx="8348298" cy="1516507"/>
          </a:xfrm>
        </p:spPr>
        <p:txBody>
          <a:bodyPr>
            <a:noAutofit/>
          </a:bodyPr>
          <a:lstStyle>
            <a:lvl1pPr algn="ctr">
              <a:defRPr sz="6000"/>
            </a:lvl1pPr>
          </a:lstStyle>
          <a:p>
            <a:r>
              <a:rPr lang="en-US" dirty="0"/>
              <a:t>Thank You</a:t>
            </a:r>
          </a:p>
        </p:txBody>
      </p:sp>
      <p:sp>
        <p:nvSpPr>
          <p:cNvPr id="20" name="Subtitle 2">
            <a:extLst>
              <a:ext uri="{FF2B5EF4-FFF2-40B4-BE49-F238E27FC236}">
                <a16:creationId xmlns:a16="http://schemas.microsoft.com/office/drawing/2014/main" id="{78B563FA-5782-AF01-66E8-901FE17D1A5C}"/>
              </a:ext>
            </a:extLst>
          </p:cNvPr>
          <p:cNvSpPr>
            <a:spLocks noGrp="1"/>
          </p:cNvSpPr>
          <p:nvPr>
            <p:ph type="subTitle" idx="1"/>
          </p:nvPr>
        </p:nvSpPr>
        <p:spPr>
          <a:xfrm>
            <a:off x="1933881" y="3464344"/>
            <a:ext cx="8348298" cy="520616"/>
          </a:xfrm>
        </p:spPr>
        <p:txBody>
          <a:bodyPr/>
          <a:lstStyle>
            <a:lvl1pPr marL="0" indent="0" algn="ctr">
              <a:buNone/>
              <a:defRPr/>
            </a:lvl1pPr>
          </a:lstStyle>
          <a:p>
            <a:r>
              <a:rPr lang="en-US"/>
              <a:t>Click to edit Master subtitle style</a:t>
            </a:r>
            <a:endParaRPr lang="en-US" dirty="0"/>
          </a:p>
        </p:txBody>
      </p:sp>
      <p:pic>
        <p:nvPicPr>
          <p:cNvPr id="2" name="Picture 1" descr="A blue and black logo&#10;&#10;AI-generated content may be incorrect.">
            <a:extLst>
              <a:ext uri="{FF2B5EF4-FFF2-40B4-BE49-F238E27FC236}">
                <a16:creationId xmlns:a16="http://schemas.microsoft.com/office/drawing/2014/main" id="{52F81AF6-2A5D-B307-9EB8-E03580E8FC9F}"/>
              </a:ext>
            </a:extLst>
          </p:cNvPr>
          <p:cNvPicPr>
            <a:picLocks noChangeAspect="1"/>
          </p:cNvPicPr>
          <p:nvPr userDrawn="1"/>
        </p:nvPicPr>
        <p:blipFill>
          <a:blip r:embed="rId2"/>
          <a:stretch>
            <a:fillRect/>
          </a:stretch>
        </p:blipFill>
        <p:spPr>
          <a:xfrm>
            <a:off x="4123230" y="4198946"/>
            <a:ext cx="3940744" cy="1766424"/>
          </a:xfrm>
          <a:prstGeom prst="rect">
            <a:avLst/>
          </a:prstGeom>
        </p:spPr>
      </p:pic>
    </p:spTree>
    <p:extLst>
      <p:ext uri="{BB962C8B-B14F-4D97-AF65-F5344CB8AC3E}">
        <p14:creationId xmlns:p14="http://schemas.microsoft.com/office/powerpoint/2010/main" val="2042922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Section Header">
    <p:spTree>
      <p:nvGrpSpPr>
        <p:cNvPr id="1" name=""/>
        <p:cNvGrpSpPr/>
        <p:nvPr/>
      </p:nvGrpSpPr>
      <p:grpSpPr>
        <a:xfrm>
          <a:off x="0" y="0"/>
          <a:ext cx="0" cy="0"/>
          <a:chOff x="0" y="0"/>
          <a:chExt cx="0" cy="0"/>
        </a:xfrm>
      </p:grpSpPr>
      <p:sp>
        <p:nvSpPr>
          <p:cNvPr id="8" name="Rectangle 24"/>
          <p:cNvSpPr>
            <a:spLocks noChangeArrowheads="1"/>
          </p:cNvSpPr>
          <p:nvPr userDrawn="1"/>
        </p:nvSpPr>
        <p:spPr bwMode="auto">
          <a:xfrm>
            <a:off x="207433" y="2127250"/>
            <a:ext cx="11777133" cy="2139950"/>
          </a:xfrm>
          <a:prstGeom prst="rect">
            <a:avLst/>
          </a:prstGeom>
          <a:solidFill>
            <a:srgbClr val="F8961D"/>
          </a:solidFill>
          <a:ln>
            <a:noFill/>
          </a:ln>
        </p:spPr>
        <p:txBody>
          <a:bodyPr wrap="none" anchor="ct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defRPr/>
            </a:pPr>
            <a:endParaRPr lang="en-US" altLang="en-US" sz="1800"/>
          </a:p>
        </p:txBody>
      </p:sp>
      <p:sp>
        <p:nvSpPr>
          <p:cNvPr id="9" name="Rectangle 8"/>
          <p:cNvSpPr>
            <a:spLocks noChangeArrowheads="1"/>
          </p:cNvSpPr>
          <p:nvPr/>
        </p:nvSpPr>
        <p:spPr bwMode="auto">
          <a:xfrm>
            <a:off x="217660" y="6400318"/>
            <a:ext cx="11777133" cy="309563"/>
          </a:xfrm>
          <a:prstGeom prst="rect">
            <a:avLst/>
          </a:prstGeom>
          <a:solidFill>
            <a:srgbClr val="F8961D"/>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800">
              <a:ea typeface="+mn-ea"/>
            </a:endParaRPr>
          </a:p>
        </p:txBody>
      </p:sp>
      <p:sp>
        <p:nvSpPr>
          <p:cNvPr id="11" name="Straight Connector 10"/>
          <p:cNvSpPr>
            <a:spLocks noChangeShapeType="1"/>
          </p:cNvSpPr>
          <p:nvPr userDrawn="1"/>
        </p:nvSpPr>
        <p:spPr bwMode="auto">
          <a:xfrm>
            <a:off x="203199" y="2127250"/>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sz="1800">
              <a:ea typeface="+mn-ea"/>
            </a:endParaRPr>
          </a:p>
        </p:txBody>
      </p:sp>
      <p:sp>
        <p:nvSpPr>
          <p:cNvPr id="2" name="Title 1"/>
          <p:cNvSpPr>
            <a:spLocks noGrp="1"/>
          </p:cNvSpPr>
          <p:nvPr>
            <p:ph type="title"/>
          </p:nvPr>
        </p:nvSpPr>
        <p:spPr>
          <a:xfrm>
            <a:off x="194733" y="2355850"/>
            <a:ext cx="11777133" cy="1524000"/>
          </a:xfrm>
          <a:prstGeom prst="rect">
            <a:avLst/>
          </a:prstGeom>
        </p:spPr>
        <p:txBody>
          <a:bodyPr/>
          <a:lstStyle>
            <a:lvl1pPr algn="ctr">
              <a:buNone/>
              <a:defRPr sz="4200" b="1" i="0" cap="none" baseline="0">
                <a:solidFill>
                  <a:srgbClr val="FFFFFF"/>
                </a:solidFill>
                <a:latin typeface="Corbel" pitchFamily="34" charset="0"/>
              </a:defRPr>
            </a:lvl1pPr>
          </a:lstStyle>
          <a:p>
            <a:r>
              <a:rPr lang="en-US"/>
              <a:t>Click to edit Master title style</a:t>
            </a:r>
            <a:endParaRPr lang="en-US" dirty="0"/>
          </a:p>
        </p:txBody>
      </p:sp>
      <p:sp>
        <p:nvSpPr>
          <p:cNvPr id="14" name="Footer Placeholder 4"/>
          <p:cNvSpPr>
            <a:spLocks noGrp="1"/>
          </p:cNvSpPr>
          <p:nvPr>
            <p:ph type="ftr" sz="quarter" idx="10"/>
          </p:nvPr>
        </p:nvSpPr>
        <p:spPr/>
        <p:txBody>
          <a:bodyPr/>
          <a:lstStyle>
            <a:lvl1pPr>
              <a:defRPr/>
            </a:lvl1pPr>
          </a:lstStyle>
          <a:p>
            <a:pPr>
              <a:defRPr/>
            </a:pPr>
            <a:r>
              <a:rPr lang="en-US" dirty="0"/>
              <a:t>CC-BY-4.0   03 July 2026</a:t>
            </a:r>
          </a:p>
        </p:txBody>
      </p:sp>
      <p:sp>
        <p:nvSpPr>
          <p:cNvPr id="15" name="Date Placeholder 3"/>
          <p:cNvSpPr>
            <a:spLocks noGrp="1"/>
          </p:cNvSpPr>
          <p:nvPr>
            <p:ph type="dt" sz="half" idx="11"/>
          </p:nvPr>
        </p:nvSpPr>
        <p:spPr/>
        <p:txBody>
          <a:bodyPr/>
          <a:lstStyle>
            <a:lvl1pPr>
              <a:defRPr/>
            </a:lvl1pPr>
          </a:lstStyle>
          <a:p>
            <a:pPr>
              <a:defRPr/>
            </a:pPr>
            <a:endParaRPr lang="en-US" dirty="0"/>
          </a:p>
        </p:txBody>
      </p:sp>
      <p:sp>
        <p:nvSpPr>
          <p:cNvPr id="17" name="Slide Number Placeholder 16">
            <a:extLst>
              <a:ext uri="{FF2B5EF4-FFF2-40B4-BE49-F238E27FC236}">
                <a16:creationId xmlns:a16="http://schemas.microsoft.com/office/drawing/2014/main" id="{7055D205-AD41-3846-BEDF-9DAF09AC2118}"/>
              </a:ext>
            </a:extLst>
          </p:cNvPr>
          <p:cNvSpPr>
            <a:spLocks noGrp="1"/>
          </p:cNvSpPr>
          <p:nvPr>
            <p:ph type="sldNum" sz="quarter" idx="12"/>
          </p:nvPr>
        </p:nvSpPr>
        <p:spPr/>
        <p:txBody>
          <a:bodyPr/>
          <a:lstStyle/>
          <a:p>
            <a:pPr>
              <a:defRPr/>
            </a:pPr>
            <a:fld id="{172905B5-BF71-8640-BDE2-B898E074B20C}" type="slidenum">
              <a:rPr lang="en-US" altLang="en-US" smtClean="0"/>
              <a:pPr>
                <a:defRPr/>
              </a:pPr>
              <a:t>‹#›</a:t>
            </a:fld>
            <a:endParaRPr lang="en-US" altLang="en-US"/>
          </a:p>
        </p:txBody>
      </p:sp>
    </p:spTree>
    <p:extLst>
      <p:ext uri="{BB962C8B-B14F-4D97-AF65-F5344CB8AC3E}">
        <p14:creationId xmlns:p14="http://schemas.microsoft.com/office/powerpoint/2010/main" val="1485293773"/>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vl1pPr>
          </a:lstStyle>
          <a:p>
            <a:pPr>
              <a:defRPr/>
            </a:pPr>
            <a:endParaRPr lang="en-US" dirty="0"/>
          </a:p>
        </p:txBody>
      </p:sp>
      <p:sp>
        <p:nvSpPr>
          <p:cNvPr id="4" name="Footer Placeholder 3"/>
          <p:cNvSpPr>
            <a:spLocks noGrp="1"/>
          </p:cNvSpPr>
          <p:nvPr>
            <p:ph type="ftr" sz="quarter" idx="11"/>
          </p:nvPr>
        </p:nvSpPr>
        <p:spPr/>
        <p:txBody>
          <a:bodyPr/>
          <a:lstStyle>
            <a:lvl1pPr>
              <a:defRPr/>
            </a:lvl1pPr>
          </a:lstStyle>
          <a:p>
            <a:pPr>
              <a:defRPr/>
            </a:pPr>
            <a:r>
              <a:rPr lang="en-US" dirty="0"/>
              <a:t>CC-BY-4.0   03 July 2026</a:t>
            </a:r>
          </a:p>
        </p:txBody>
      </p:sp>
      <p:sp>
        <p:nvSpPr>
          <p:cNvPr id="5" name="Slide Number Placeholder 4"/>
          <p:cNvSpPr>
            <a:spLocks noGrp="1"/>
          </p:cNvSpPr>
          <p:nvPr>
            <p:ph type="sldNum" sz="quarter" idx="12"/>
          </p:nvPr>
        </p:nvSpPr>
        <p:spPr>
          <a:xfrm>
            <a:off x="5791200" y="6457617"/>
            <a:ext cx="609600" cy="441325"/>
          </a:xfrm>
        </p:spPr>
        <p:txBody>
          <a:bodyPr/>
          <a:lstStyle>
            <a:lvl1pPr>
              <a:defRPr/>
            </a:lvl1pPr>
          </a:lstStyle>
          <a:p>
            <a:pPr>
              <a:defRPr/>
            </a:pPr>
            <a:fld id="{A2527BC2-2AD3-D64E-A0F2-1C2F00634012}" type="slidenum">
              <a:rPr lang="en-US" altLang="en-US"/>
              <a:pPr>
                <a:defRPr/>
              </a:pPr>
              <a:t>‹#›</a:t>
            </a:fld>
            <a:endParaRPr lang="en-US" altLang="en-US"/>
          </a:p>
        </p:txBody>
      </p:sp>
      <p:sp>
        <p:nvSpPr>
          <p:cNvPr id="6" name="Title 5">
            <a:extLst>
              <a:ext uri="{FF2B5EF4-FFF2-40B4-BE49-F238E27FC236}">
                <a16:creationId xmlns:a16="http://schemas.microsoft.com/office/drawing/2014/main" id="{C5BE835D-3680-ED59-E9E0-AF9AF2B8D25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90870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2DBAE6-AEF4-8A4C-3EB0-8CFC49D48E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D68D294-98FA-0B07-B793-5D4AF3706A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9" name="Group 18">
            <a:extLst>
              <a:ext uri="{FF2B5EF4-FFF2-40B4-BE49-F238E27FC236}">
                <a16:creationId xmlns:a16="http://schemas.microsoft.com/office/drawing/2014/main" id="{1C7F4AB6-9452-1DCB-AFDC-55E8A22ED76E}"/>
              </a:ext>
            </a:extLst>
          </p:cNvPr>
          <p:cNvGrpSpPr/>
          <p:nvPr userDrawn="1"/>
        </p:nvGrpSpPr>
        <p:grpSpPr>
          <a:xfrm>
            <a:off x="0" y="6401802"/>
            <a:ext cx="12192000" cy="482053"/>
            <a:chOff x="0" y="5992586"/>
            <a:chExt cx="12192000" cy="865414"/>
          </a:xfrm>
        </p:grpSpPr>
        <p:sp>
          <p:nvSpPr>
            <p:cNvPr id="20" name="Rectangle 19">
              <a:extLst>
                <a:ext uri="{FF2B5EF4-FFF2-40B4-BE49-F238E27FC236}">
                  <a16:creationId xmlns:a16="http://schemas.microsoft.com/office/drawing/2014/main" id="{464FD09A-B0BB-5D95-A11F-95F73EF3FC78}"/>
                </a:ext>
              </a:extLst>
            </p:cNvPr>
            <p:cNvSpPr/>
            <p:nvPr userDrawn="1"/>
          </p:nvSpPr>
          <p:spPr>
            <a:xfrm>
              <a:off x="0" y="5992586"/>
              <a:ext cx="12192000" cy="8654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A936A40-5579-798F-7240-0E519947CAFC}"/>
                </a:ext>
              </a:extLst>
            </p:cNvPr>
            <p:cNvSpPr/>
            <p:nvPr userDrawn="1"/>
          </p:nvSpPr>
          <p:spPr>
            <a:xfrm>
              <a:off x="0" y="6074229"/>
              <a:ext cx="12192000" cy="7778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Footer Placeholder 6">
            <a:extLst>
              <a:ext uri="{FF2B5EF4-FFF2-40B4-BE49-F238E27FC236}">
                <a16:creationId xmlns:a16="http://schemas.microsoft.com/office/drawing/2014/main" id="{21C94DBD-B167-4B43-581A-549CF8952DE7}"/>
              </a:ext>
            </a:extLst>
          </p:cNvPr>
          <p:cNvSpPr>
            <a:spLocks noGrp="1"/>
          </p:cNvSpPr>
          <p:nvPr>
            <p:ph type="ftr" sz="quarter" idx="3"/>
          </p:nvPr>
        </p:nvSpPr>
        <p:spPr>
          <a:xfrm>
            <a:off x="109524" y="6470573"/>
            <a:ext cx="4505352" cy="365125"/>
          </a:xfrm>
          <a:prstGeom prst="rect">
            <a:avLst/>
          </a:prstGeom>
        </p:spPr>
        <p:txBody>
          <a:bodyPr vert="horz" lIns="91440" tIns="45720" rIns="91440" bIns="45720" rtlCol="0" anchor="ctr"/>
          <a:lstStyle>
            <a:lvl1pPr algn="l">
              <a:defRPr sz="1400" b="1" i="0">
                <a:solidFill>
                  <a:schemeClr val="tx1"/>
                </a:solidFill>
                <a:latin typeface="Helvetica" pitchFamily="2" charset="0"/>
                <a:ea typeface="Helvetica Neue" panose="02000503000000020004" pitchFamily="2" charset="0"/>
                <a:cs typeface="Helvetica Neue" panose="02000503000000020004" pitchFamily="2" charset="0"/>
              </a:defRPr>
            </a:lvl1pPr>
          </a:lstStyle>
          <a:p>
            <a:pPr>
              <a:defRPr/>
            </a:pPr>
            <a:r>
              <a:rPr lang="en-US" dirty="0"/>
              <a:t>CC-BY-4.0   03 July 2026</a:t>
            </a:r>
          </a:p>
        </p:txBody>
      </p:sp>
      <p:sp>
        <p:nvSpPr>
          <p:cNvPr id="8" name="Slide Number Placeholder 7">
            <a:extLst>
              <a:ext uri="{FF2B5EF4-FFF2-40B4-BE49-F238E27FC236}">
                <a16:creationId xmlns:a16="http://schemas.microsoft.com/office/drawing/2014/main" id="{A6E56A7A-CA34-F964-E91C-594C1452F62E}"/>
              </a:ext>
            </a:extLst>
          </p:cNvPr>
          <p:cNvSpPr>
            <a:spLocks noGrp="1"/>
          </p:cNvSpPr>
          <p:nvPr>
            <p:ph type="sldNum" sz="quarter" idx="4"/>
          </p:nvPr>
        </p:nvSpPr>
        <p:spPr>
          <a:xfrm>
            <a:off x="4724400" y="6481361"/>
            <a:ext cx="2743200" cy="365125"/>
          </a:xfrm>
          <a:prstGeom prst="rect">
            <a:avLst/>
          </a:prstGeom>
        </p:spPr>
        <p:txBody>
          <a:bodyPr vert="horz" lIns="91440" tIns="45720" rIns="91440" bIns="45720" rtlCol="0" anchor="ctr"/>
          <a:lstStyle>
            <a:lvl1pPr algn="ctr">
              <a:defRPr sz="1600" b="1" i="0">
                <a:solidFill>
                  <a:schemeClr val="tx1"/>
                </a:solidFill>
                <a:latin typeface="Helvetica" pitchFamily="2" charset="0"/>
                <a:ea typeface="Helvetica Neue" panose="02000503000000020004" pitchFamily="2" charset="0"/>
                <a:cs typeface="Helvetica Neue" panose="02000503000000020004" pitchFamily="2" charset="0"/>
              </a:defRPr>
            </a:lvl1pPr>
          </a:lstStyle>
          <a:p>
            <a:fld id="{8BDF982E-8A8B-A649-9421-0AFF13AD0ECF}" type="slidenum">
              <a:rPr lang="en-US" smtClean="0"/>
              <a:pPr/>
              <a:t>‹#›</a:t>
            </a:fld>
            <a:endParaRPr lang="en-US" dirty="0"/>
          </a:p>
        </p:txBody>
      </p:sp>
      <p:pic>
        <p:nvPicPr>
          <p:cNvPr id="5" name="Picture 4" descr="A black and blue text&#10;&#10;AI-generated content may be incorrect.">
            <a:extLst>
              <a:ext uri="{FF2B5EF4-FFF2-40B4-BE49-F238E27FC236}">
                <a16:creationId xmlns:a16="http://schemas.microsoft.com/office/drawing/2014/main" id="{A80F0701-1561-0D7C-F8CD-555C8997529A}"/>
              </a:ext>
            </a:extLst>
          </p:cNvPr>
          <p:cNvPicPr>
            <a:picLocks noChangeAspect="1"/>
          </p:cNvPicPr>
          <p:nvPr userDrawn="1"/>
        </p:nvPicPr>
        <p:blipFill>
          <a:blip r:embed="rId21"/>
          <a:stretch>
            <a:fillRect/>
          </a:stretch>
        </p:blipFill>
        <p:spPr>
          <a:xfrm>
            <a:off x="10829737" y="6466411"/>
            <a:ext cx="1252739" cy="387695"/>
          </a:xfrm>
          <a:prstGeom prst="rect">
            <a:avLst/>
          </a:prstGeom>
        </p:spPr>
      </p:pic>
    </p:spTree>
    <p:extLst>
      <p:ext uri="{BB962C8B-B14F-4D97-AF65-F5344CB8AC3E}">
        <p14:creationId xmlns:p14="http://schemas.microsoft.com/office/powerpoint/2010/main" val="3323085297"/>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8" r:id="rId3"/>
    <p:sldLayoutId id="2147483674" r:id="rId4"/>
    <p:sldLayoutId id="2147483675" r:id="rId5"/>
    <p:sldLayoutId id="2147483660" r:id="rId6"/>
    <p:sldLayoutId id="2147483661" r:id="rId7"/>
    <p:sldLayoutId id="214748367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6" r:id="rId18"/>
    <p:sldLayoutId id="2147483677" r:id="rId19"/>
  </p:sldLayoutIdLst>
  <p:hf hdr="0" dt="0"/>
  <p:txStyles>
    <p:titleStyle>
      <a:lvl1pPr algn="l" defTabSz="914400" rtl="0" eaLnBrk="1" latinLnBrk="0" hangingPunct="1">
        <a:lnSpc>
          <a:spcPct val="100000"/>
        </a:lnSpc>
        <a:spcBef>
          <a:spcPct val="0"/>
        </a:spcBef>
        <a:buNone/>
        <a:defRPr sz="4400" b="1" i="0" kern="1200">
          <a:solidFill>
            <a:schemeClr val="tx1"/>
          </a:solidFill>
          <a:latin typeface="Helvetica" pitchFamily="2" charset="0"/>
          <a:ea typeface="Helvetica Neue Condensed Black" panose="02000503000000020004" pitchFamily="2" charset="0"/>
          <a:cs typeface="Helvetica Neue Condensed Black" panose="02000503000000020004" pitchFamily="2"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b="0" kern="1200">
          <a:solidFill>
            <a:schemeClr val="tx1"/>
          </a:solidFill>
          <a:latin typeface="Helvetica"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Helvetica"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Helvetica"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Helvetica"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Helvetica"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https://en.wikipedia.org/wiki/Service_data_unit" TargetMode="External"/><Relationship Id="rId3" Type="http://schemas.openxmlformats.org/officeDocument/2006/relationships/hyperlink" Target="https://en.wikipedia.org/wiki/Reference_model" TargetMode="External"/><Relationship Id="rId7" Type="http://schemas.openxmlformats.org/officeDocument/2006/relationships/hyperlink" Target="https://en.wikipedia.org/wiki/Protocol_data_unit" TargetMode="External"/><Relationship Id="rId2" Type="http://schemas.openxmlformats.org/officeDocument/2006/relationships/image" Target="../media/image5.png"/><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hyperlink" Target="https://en.wikipedia.org/wiki/Abstraction_layer" TargetMode="External"/><Relationship Id="rId10" Type="http://schemas.openxmlformats.org/officeDocument/2006/relationships/hyperlink" Target="https://en.wikipedia.org/wiki/OSI_model" TargetMode="External"/><Relationship Id="rId4" Type="http://schemas.openxmlformats.org/officeDocument/2006/relationships/hyperlink" Target="https://en.wikipedia.org/wiki/International_Organization_for_Standardization" TargetMode="External"/><Relationship Id="rId9" Type="http://schemas.openxmlformats.org/officeDocument/2006/relationships/hyperlink" Target="https://en.wikipedia.org/wiki/Concatenated"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hyperlink" Target="http://www.omgsysml.org/A_modeling_pattern_for_layered_system_interfaces-INCOSE%20IS15_presentation-sarrel-shames.pdf" TargetMode="External"/><Relationship Id="rId2" Type="http://schemas.openxmlformats.org/officeDocument/2006/relationships/hyperlink" Target="https://github.com/guymeador/usm" TargetMode="External"/><Relationship Id="rId1" Type="http://schemas.openxmlformats.org/officeDocument/2006/relationships/slideLayout" Target="../slideLayouts/slideLayout10.xml"/><Relationship Id="rId6" Type="http://schemas.openxmlformats.org/officeDocument/2006/relationships/hyperlink" Target="https://www.omg.org/communities/systems-modeling-community.htm" TargetMode="External"/><Relationship Id="rId5" Type="http://schemas.openxmlformats.org/officeDocument/2006/relationships/hyperlink" Target="http://www.omgsysml.org/INCOSE_IS_2016_paper_Application-of-a-Layered-Interface-Modeling-Pattern.pdf" TargetMode="External"/><Relationship Id="rId4" Type="http://schemas.openxmlformats.org/officeDocument/2006/relationships/hyperlink" Target="http://www.omgsysml.org/A_modeling_pattern_for_layered_system_interfaces-INCOSE%20IS15_paper-sarrel-shame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151C9-0933-4409-0130-5CDB442C4FB8}"/>
              </a:ext>
            </a:extLst>
          </p:cNvPr>
          <p:cNvSpPr>
            <a:spLocks noGrp="1"/>
          </p:cNvSpPr>
          <p:nvPr>
            <p:ph type="ctrTitle"/>
          </p:nvPr>
        </p:nvSpPr>
        <p:spPr/>
        <p:txBody>
          <a:bodyPr/>
          <a:lstStyle/>
          <a:p>
            <a:r>
              <a:rPr lang="en-US" dirty="0"/>
              <a:t>Layered Comms Profile in SysML v1</a:t>
            </a:r>
          </a:p>
        </p:txBody>
      </p:sp>
      <p:sp>
        <p:nvSpPr>
          <p:cNvPr id="5" name="Subtitle 4">
            <a:extLst>
              <a:ext uri="{FF2B5EF4-FFF2-40B4-BE49-F238E27FC236}">
                <a16:creationId xmlns:a16="http://schemas.microsoft.com/office/drawing/2014/main" id="{EFBCE9DD-78B3-A027-2A11-B2FCB07A12AC}"/>
              </a:ext>
            </a:extLst>
          </p:cNvPr>
          <p:cNvSpPr>
            <a:spLocks noGrp="1"/>
          </p:cNvSpPr>
          <p:nvPr>
            <p:ph type="subTitle" idx="1"/>
          </p:nvPr>
        </p:nvSpPr>
        <p:spPr/>
        <p:txBody>
          <a:bodyPr/>
          <a:lstStyle/>
          <a:p>
            <a:r>
              <a:rPr lang="en-US" dirty="0"/>
              <a:t>Orientation – Tour - Examples</a:t>
            </a:r>
          </a:p>
        </p:txBody>
      </p:sp>
    </p:spTree>
    <p:extLst>
      <p:ext uri="{BB962C8B-B14F-4D97-AF65-F5344CB8AC3E}">
        <p14:creationId xmlns:p14="http://schemas.microsoft.com/office/powerpoint/2010/main" val="2758555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DB7EF5A-30A5-ED29-C15D-F40333FC3CD7}"/>
              </a:ext>
            </a:extLst>
          </p:cNvPr>
          <p:cNvSpPr>
            <a:spLocks noGrp="1"/>
          </p:cNvSpPr>
          <p:nvPr>
            <p:ph idx="1"/>
          </p:nvPr>
        </p:nvSpPr>
        <p:spPr/>
        <p:txBody>
          <a:bodyPr>
            <a:normAutofit fontScale="55000" lnSpcReduction="20000"/>
          </a:bodyPr>
          <a:lstStyle/>
          <a:p>
            <a:r>
              <a:rPr lang="en-US" dirty="0">
                <a:latin typeface="Courier New" panose="02070309020205020404" pitchFamily="49" charset="0"/>
                <a:cs typeface="Courier New" panose="02070309020205020404" pitchFamily="49" charset="0"/>
              </a:rPr>
              <a:t>For this presentation</a:t>
            </a:r>
          </a:p>
          <a:p>
            <a:pPr marL="0" indent="0">
              <a:buNone/>
            </a:pPr>
            <a:r>
              <a:rPr lang="en-US" dirty="0">
                <a:latin typeface="Courier New" panose="02070309020205020404" pitchFamily="49" charset="0"/>
                <a:cs typeface="Courier New" panose="02070309020205020404" pitchFamily="49" charset="0"/>
              </a:rPr>
              <a:t>SPDX-License-Identifier: CC-BY-4.0</a:t>
            </a:r>
          </a:p>
          <a:p>
            <a:pPr marL="0" indent="0">
              <a:buNone/>
            </a:pPr>
            <a:r>
              <a:rPr lang="en-US" dirty="0">
                <a:latin typeface="Courier New" panose="02070309020205020404" pitchFamily="49" charset="0"/>
                <a:cs typeface="Courier New" panose="02070309020205020404" pitchFamily="49" charset="0"/>
              </a:rPr>
              <a:t>SPDX-</a:t>
            </a:r>
            <a:r>
              <a:rPr lang="en-US" dirty="0" err="1">
                <a:latin typeface="Courier New" panose="02070309020205020404" pitchFamily="49" charset="0"/>
                <a:cs typeface="Courier New" panose="02070309020205020404" pitchFamily="49" charset="0"/>
              </a:rPr>
              <a:t>FileCopyrightText</a:t>
            </a:r>
            <a:r>
              <a:rPr lang="en-US" dirty="0">
                <a:latin typeface="Courier New" panose="02070309020205020404" pitchFamily="49" charset="0"/>
                <a:cs typeface="Courier New" panose="02070309020205020404" pitchFamily="49" charset="0"/>
              </a:rPr>
              <a:t>: Copyright 2026 Guy Meador</a:t>
            </a:r>
          </a:p>
          <a:p>
            <a:pPr marL="0" indent="0">
              <a:buNone/>
            </a:pPr>
            <a:r>
              <a:rPr lang="en-US" dirty="0">
                <a:latin typeface="Courier New" panose="02070309020205020404" pitchFamily="49" charset="0"/>
                <a:cs typeface="Courier New" panose="02070309020205020404" pitchFamily="49" charset="0"/>
              </a:rPr>
              <a:t>SPDX-</a:t>
            </a:r>
            <a:r>
              <a:rPr lang="en-US" dirty="0" err="1">
                <a:latin typeface="Courier New" panose="02070309020205020404" pitchFamily="49" charset="0"/>
                <a:cs typeface="Courier New" panose="02070309020205020404" pitchFamily="49" charset="0"/>
              </a:rPr>
              <a:t>FileType</a:t>
            </a:r>
            <a:r>
              <a:rPr lang="en-US" dirty="0">
                <a:latin typeface="Courier New" panose="02070309020205020404" pitchFamily="49" charset="0"/>
                <a:cs typeface="Courier New" panose="02070309020205020404" pitchFamily="49" charset="0"/>
              </a:rPr>
              <a:t>: DOCUMENTATION</a:t>
            </a:r>
          </a:p>
          <a:p>
            <a:pPr marL="0" indent="0">
              <a:buNone/>
            </a:pPr>
            <a:r>
              <a:rPr lang="en-US" dirty="0">
                <a:latin typeface="Courier New" panose="02070309020205020404" pitchFamily="49" charset="0"/>
                <a:cs typeface="Courier New" panose="02070309020205020404" pitchFamily="49" charset="0"/>
              </a:rPr>
              <a:t>The </a:t>
            </a:r>
            <a:r>
              <a:rPr lang="en-US" dirty="0" err="1">
                <a:latin typeface="Courier New" panose="02070309020205020404" pitchFamily="49" charset="0"/>
                <a:cs typeface="Courier New" panose="02070309020205020404" pitchFamily="49" charset="0"/>
              </a:rPr>
              <a:t>MeadorTech</a:t>
            </a:r>
            <a:r>
              <a:rPr lang="en-US" dirty="0">
                <a:latin typeface="Courier New" panose="02070309020205020404" pitchFamily="49" charset="0"/>
                <a:cs typeface="Courier New" panose="02070309020205020404" pitchFamily="49" charset="0"/>
              </a:rPr>
              <a:t> logo(s) are trademarks of Meador Technologies, LLC, are used by special permission, and are not licensed as a part of this document or the licenses identified on this page. Derivative works are not authorized or licensed to use these logos.  </a:t>
            </a:r>
          </a:p>
          <a:p>
            <a:pPr marL="0" indent="0">
              <a:buNone/>
            </a:pPr>
            <a:r>
              <a:rPr lang="en-US" dirty="0">
                <a:latin typeface="Courier New" panose="02070309020205020404" pitchFamily="49" charset="0"/>
                <a:cs typeface="Courier New" panose="02070309020205020404" pitchFamily="49" charset="0"/>
              </a:rPr>
              <a:t>Other Copyrights as noted on individual slides</a:t>
            </a:r>
          </a:p>
          <a:p>
            <a:pPr marL="0" indent="0">
              <a:buNone/>
            </a:pP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For any SysML representations</a:t>
            </a:r>
          </a:p>
          <a:p>
            <a:pPr marL="0" indent="0">
              <a:buNone/>
            </a:pPr>
            <a:r>
              <a:rPr lang="en-US" dirty="0">
                <a:latin typeface="Courier New" panose="02070309020205020404" pitchFamily="49" charset="0"/>
                <a:cs typeface="Courier New" panose="02070309020205020404" pitchFamily="49" charset="0"/>
              </a:rPr>
              <a:t>SPDX-License-Identifier: Apache-2.0</a:t>
            </a:r>
          </a:p>
          <a:p>
            <a:pPr marL="0" indent="0">
              <a:buNone/>
            </a:pPr>
            <a:r>
              <a:rPr lang="en-US" dirty="0">
                <a:latin typeface="Courier New" panose="02070309020205020404" pitchFamily="49" charset="0"/>
                <a:cs typeface="Courier New" panose="02070309020205020404" pitchFamily="49" charset="0"/>
              </a:rPr>
              <a:t>SPDX-</a:t>
            </a:r>
            <a:r>
              <a:rPr lang="en-US" dirty="0" err="1">
                <a:latin typeface="Courier New" panose="02070309020205020404" pitchFamily="49" charset="0"/>
                <a:cs typeface="Courier New" panose="02070309020205020404" pitchFamily="49" charset="0"/>
              </a:rPr>
              <a:t>FileCopyrightText</a:t>
            </a:r>
            <a:r>
              <a:rPr lang="en-US" dirty="0">
                <a:latin typeface="Courier New" panose="02070309020205020404" pitchFamily="49" charset="0"/>
                <a:cs typeface="Courier New" panose="02070309020205020404" pitchFamily="49" charset="0"/>
              </a:rPr>
              <a:t>: Copyright 2026 Guy Meador</a:t>
            </a:r>
          </a:p>
          <a:p>
            <a:pPr marL="0" indent="0">
              <a:buNone/>
            </a:pPr>
            <a:r>
              <a:rPr lang="en-US" dirty="0">
                <a:latin typeface="Courier New" panose="02070309020205020404" pitchFamily="49" charset="0"/>
                <a:cs typeface="Courier New" panose="02070309020205020404" pitchFamily="49" charset="0"/>
              </a:rPr>
              <a:t>SPDX-</a:t>
            </a:r>
            <a:r>
              <a:rPr lang="en-US" dirty="0" err="1">
                <a:latin typeface="Courier New" panose="02070309020205020404" pitchFamily="49" charset="0"/>
                <a:cs typeface="Courier New" panose="02070309020205020404" pitchFamily="49" charset="0"/>
              </a:rPr>
              <a:t>FileType</a:t>
            </a:r>
            <a:r>
              <a:rPr lang="en-US" dirty="0">
                <a:latin typeface="Courier New" panose="02070309020205020404" pitchFamily="49" charset="0"/>
                <a:cs typeface="Courier New" panose="02070309020205020404" pitchFamily="49" charset="0"/>
              </a:rPr>
              <a:t>: SysML</a:t>
            </a:r>
            <a:endParaRPr lang="en-US" dirty="0"/>
          </a:p>
        </p:txBody>
      </p:sp>
      <p:sp>
        <p:nvSpPr>
          <p:cNvPr id="7" name="Title 6">
            <a:extLst>
              <a:ext uri="{FF2B5EF4-FFF2-40B4-BE49-F238E27FC236}">
                <a16:creationId xmlns:a16="http://schemas.microsoft.com/office/drawing/2014/main" id="{7E3B21DE-AFDF-FF23-296F-C54EA97F21EE}"/>
              </a:ext>
            </a:extLst>
          </p:cNvPr>
          <p:cNvSpPr>
            <a:spLocks noGrp="1"/>
          </p:cNvSpPr>
          <p:nvPr>
            <p:ph type="title"/>
          </p:nvPr>
        </p:nvSpPr>
        <p:spPr/>
        <p:txBody>
          <a:bodyPr>
            <a:normAutofit fontScale="90000"/>
          </a:bodyPr>
          <a:lstStyle/>
          <a:p>
            <a:r>
              <a:rPr lang="en-US"/>
              <a:t>SPDX Info</a:t>
            </a:r>
            <a:endParaRPr lang="en-US" dirty="0"/>
          </a:p>
        </p:txBody>
      </p:sp>
      <p:sp>
        <p:nvSpPr>
          <p:cNvPr id="4" name="Footer Placeholder 3">
            <a:extLst>
              <a:ext uri="{FF2B5EF4-FFF2-40B4-BE49-F238E27FC236}">
                <a16:creationId xmlns:a16="http://schemas.microsoft.com/office/drawing/2014/main" id="{E130729A-CDBF-363E-E469-D6A557F39081}"/>
              </a:ext>
            </a:extLst>
          </p:cNvPr>
          <p:cNvSpPr>
            <a:spLocks noGrp="1"/>
          </p:cNvSpPr>
          <p:nvPr>
            <p:ph type="ftr" sz="quarter" idx="10"/>
          </p:nvPr>
        </p:nvSpPr>
        <p:spPr/>
        <p:txBody>
          <a:bodyPr/>
          <a:lstStyle/>
          <a:p>
            <a:pPr>
              <a:defRPr/>
            </a:pPr>
            <a:r>
              <a:rPr lang="en-US" dirty="0"/>
              <a:t>CC-BY-4.0   03 July 2026</a:t>
            </a:r>
          </a:p>
        </p:txBody>
      </p:sp>
      <p:sp>
        <p:nvSpPr>
          <p:cNvPr id="5" name="Slide Number Placeholder 4">
            <a:extLst>
              <a:ext uri="{FF2B5EF4-FFF2-40B4-BE49-F238E27FC236}">
                <a16:creationId xmlns:a16="http://schemas.microsoft.com/office/drawing/2014/main" id="{AE70F706-9595-C444-FDCB-711527FF180D}"/>
              </a:ext>
            </a:extLst>
          </p:cNvPr>
          <p:cNvSpPr>
            <a:spLocks noGrp="1"/>
          </p:cNvSpPr>
          <p:nvPr>
            <p:ph type="sldNum" sz="quarter" idx="11"/>
          </p:nvPr>
        </p:nvSpPr>
        <p:spPr/>
        <p:txBody>
          <a:bodyPr/>
          <a:lstStyle/>
          <a:p>
            <a:fld id="{8BDF982E-8A8B-A649-9421-0AFF13AD0ECF}" type="slidenum">
              <a:rPr lang="en-US" smtClean="0"/>
              <a:pPr/>
              <a:t>2</a:t>
            </a:fld>
            <a:endParaRPr lang="en-US" dirty="0"/>
          </a:p>
        </p:txBody>
      </p:sp>
    </p:spTree>
    <p:extLst>
      <p:ext uri="{BB962C8B-B14F-4D97-AF65-F5344CB8AC3E}">
        <p14:creationId xmlns:p14="http://schemas.microsoft.com/office/powerpoint/2010/main" val="3618054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AFD17-5028-C115-0847-AF4026DB7D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A1A7BAA-B3AD-8A3C-D349-7D32162481E6}"/>
              </a:ext>
            </a:extLst>
          </p:cNvPr>
          <p:cNvSpPr>
            <a:spLocks noGrp="1"/>
          </p:cNvSpPr>
          <p:nvPr>
            <p:ph type="title"/>
          </p:nvPr>
        </p:nvSpPr>
        <p:spPr/>
        <p:txBody>
          <a:bodyPr/>
          <a:lstStyle/>
          <a:p>
            <a:r>
              <a:rPr lang="en-US" sz="2800" dirty="0"/>
              <a:t>Layered Protocols Primer</a:t>
            </a:r>
          </a:p>
        </p:txBody>
      </p:sp>
      <p:sp>
        <p:nvSpPr>
          <p:cNvPr id="6" name="Text Placeholder 5">
            <a:extLst>
              <a:ext uri="{FF2B5EF4-FFF2-40B4-BE49-F238E27FC236}">
                <a16:creationId xmlns:a16="http://schemas.microsoft.com/office/drawing/2014/main" id="{A40EE7E0-566B-D811-B663-FAFAA39F12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43D41D-74BD-DB79-0D2E-6E17DE0C818A}"/>
              </a:ext>
            </a:extLst>
          </p:cNvPr>
          <p:cNvSpPr>
            <a:spLocks noGrp="1"/>
          </p:cNvSpPr>
          <p:nvPr>
            <p:ph type="sldNum" sz="quarter" idx="11"/>
          </p:nvPr>
        </p:nvSpPr>
        <p:spPr/>
        <p:txBody>
          <a:bodyPr/>
          <a:lstStyle/>
          <a:p>
            <a:pPr>
              <a:defRPr/>
            </a:pPr>
            <a:fld id="{5AA4D864-0F32-A846-8BD6-A787749E0AAE}" type="slidenum">
              <a:rPr lang="en-US" altLang="en-US" smtClean="0"/>
              <a:pPr>
                <a:defRPr/>
              </a:pPr>
              <a:t>3</a:t>
            </a:fld>
            <a:endParaRPr lang="en-US" altLang="en-US"/>
          </a:p>
        </p:txBody>
      </p:sp>
      <p:sp>
        <p:nvSpPr>
          <p:cNvPr id="7" name="Footer Placeholder 6">
            <a:extLst>
              <a:ext uri="{FF2B5EF4-FFF2-40B4-BE49-F238E27FC236}">
                <a16:creationId xmlns:a16="http://schemas.microsoft.com/office/drawing/2014/main" id="{E1EBE6C3-64F1-6C60-9464-638E8F94AE7B}"/>
              </a:ext>
            </a:extLst>
          </p:cNvPr>
          <p:cNvSpPr>
            <a:spLocks noGrp="1"/>
          </p:cNvSpPr>
          <p:nvPr>
            <p:ph type="ftr" sz="quarter" idx="10"/>
          </p:nvPr>
        </p:nvSpPr>
        <p:spPr/>
        <p:txBody>
          <a:bodyPr/>
          <a:lstStyle/>
          <a:p>
            <a:pPr>
              <a:defRPr/>
            </a:pPr>
            <a:r>
              <a:rPr lang="en-US" dirty="0"/>
              <a:t>CC-BY-4.0   03 July 2026</a:t>
            </a:r>
          </a:p>
        </p:txBody>
      </p:sp>
    </p:spTree>
    <p:extLst>
      <p:ext uri="{BB962C8B-B14F-4D97-AF65-F5344CB8AC3E}">
        <p14:creationId xmlns:p14="http://schemas.microsoft.com/office/powerpoint/2010/main" val="70086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E9396-62B5-CCC4-DC4D-885E09C970C5}"/>
              </a:ext>
            </a:extLst>
          </p:cNvPr>
          <p:cNvSpPr>
            <a:spLocks noGrp="1"/>
          </p:cNvSpPr>
          <p:nvPr>
            <p:ph type="title"/>
          </p:nvPr>
        </p:nvSpPr>
        <p:spPr>
          <a:xfrm>
            <a:off x="761999" y="139474"/>
            <a:ext cx="10515600" cy="702874"/>
          </a:xfrm>
        </p:spPr>
        <p:txBody>
          <a:bodyPr>
            <a:normAutofit fontScale="90000"/>
          </a:bodyPr>
          <a:lstStyle/>
          <a:p>
            <a:r>
              <a:rPr lang="en-US" dirty="0"/>
              <a:t>OSI Model Summarized</a:t>
            </a:r>
          </a:p>
        </p:txBody>
      </p:sp>
      <p:sp>
        <p:nvSpPr>
          <p:cNvPr id="2" name="Footer Placeholder 1">
            <a:extLst>
              <a:ext uri="{FF2B5EF4-FFF2-40B4-BE49-F238E27FC236}">
                <a16:creationId xmlns:a16="http://schemas.microsoft.com/office/drawing/2014/main" id="{1724FD84-33F2-CAD3-C2AC-BA497024DE52}"/>
              </a:ext>
            </a:extLst>
          </p:cNvPr>
          <p:cNvSpPr>
            <a:spLocks noGrp="1"/>
          </p:cNvSpPr>
          <p:nvPr>
            <p:ph type="ftr" sz="quarter" idx="10"/>
          </p:nvPr>
        </p:nvSpPr>
        <p:spPr>
          <a:xfrm>
            <a:off x="109524" y="6470573"/>
            <a:ext cx="4505352" cy="365125"/>
          </a:xfrm>
        </p:spPr>
        <p:txBody>
          <a:bodyPr/>
          <a:lstStyle/>
          <a:p>
            <a:r>
              <a:rPr lang="en-US" dirty="0"/>
              <a:t>CC-BY-4.0   03 July 2026</a:t>
            </a:r>
          </a:p>
        </p:txBody>
      </p:sp>
      <p:sp>
        <p:nvSpPr>
          <p:cNvPr id="4" name="Slide Number Placeholder 3">
            <a:extLst>
              <a:ext uri="{FF2B5EF4-FFF2-40B4-BE49-F238E27FC236}">
                <a16:creationId xmlns:a16="http://schemas.microsoft.com/office/drawing/2014/main" id="{7E7A1483-29F1-61BD-225D-027331CFBFBA}"/>
              </a:ext>
            </a:extLst>
          </p:cNvPr>
          <p:cNvSpPr>
            <a:spLocks noGrp="1"/>
          </p:cNvSpPr>
          <p:nvPr>
            <p:ph type="sldNum" sz="quarter" idx="11"/>
          </p:nvPr>
        </p:nvSpPr>
        <p:spPr>
          <a:xfrm>
            <a:off x="4724400" y="6481361"/>
            <a:ext cx="2743200" cy="365125"/>
          </a:xfrm>
        </p:spPr>
        <p:txBody>
          <a:bodyPr/>
          <a:lstStyle/>
          <a:p>
            <a:fld id="{172905B5-BF71-8640-BDE2-B898E074B20C}" type="slidenum">
              <a:rPr lang="en-US" altLang="en-US" smtClean="0"/>
              <a:pPr/>
              <a:t>4</a:t>
            </a:fld>
            <a:endParaRPr lang="en-US" altLang="en-US"/>
          </a:p>
        </p:txBody>
      </p:sp>
      <p:pic>
        <p:nvPicPr>
          <p:cNvPr id="9" name="Picture 8">
            <a:extLst>
              <a:ext uri="{FF2B5EF4-FFF2-40B4-BE49-F238E27FC236}">
                <a16:creationId xmlns:a16="http://schemas.microsoft.com/office/drawing/2014/main" id="{B6DE7AB1-3DD1-9C2A-EFC2-8F7BFB49001C}"/>
              </a:ext>
            </a:extLst>
          </p:cNvPr>
          <p:cNvPicPr>
            <a:picLocks noChangeAspect="1"/>
          </p:cNvPicPr>
          <p:nvPr/>
        </p:nvPicPr>
        <p:blipFill>
          <a:blip r:embed="rId2"/>
          <a:stretch>
            <a:fillRect/>
          </a:stretch>
        </p:blipFill>
        <p:spPr>
          <a:xfrm>
            <a:off x="138361" y="1998676"/>
            <a:ext cx="4146550" cy="2473539"/>
          </a:xfrm>
          <a:prstGeom prst="rect">
            <a:avLst/>
          </a:prstGeom>
        </p:spPr>
      </p:pic>
      <p:sp>
        <p:nvSpPr>
          <p:cNvPr id="10" name="Rectangle 4">
            <a:extLst>
              <a:ext uri="{FF2B5EF4-FFF2-40B4-BE49-F238E27FC236}">
                <a16:creationId xmlns:a16="http://schemas.microsoft.com/office/drawing/2014/main" id="{9636AA8A-A2D8-4CEB-C263-C14F013AEA74}"/>
              </a:ext>
            </a:extLst>
          </p:cNvPr>
          <p:cNvSpPr>
            <a:spLocks noChangeArrowheads="1"/>
          </p:cNvSpPr>
          <p:nvPr/>
        </p:nvSpPr>
        <p:spPr bwMode="auto">
          <a:xfrm>
            <a:off x="76200" y="1281963"/>
            <a:ext cx="1144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The </a:t>
            </a:r>
            <a:r>
              <a:rPr kumimoji="0" lang="en-US" altLang="en-US" sz="1400" b="1" i="0" u="none" strike="noStrike" cap="none" normalizeH="0" baseline="0" dirty="0">
                <a:ln>
                  <a:noFill/>
                </a:ln>
                <a:solidFill>
                  <a:srgbClr val="202122"/>
                </a:solidFill>
                <a:effectLst/>
                <a:latin typeface="Arial" panose="020B0604020202020204" pitchFamily="34" charset="0"/>
                <a:cs typeface="Arial" panose="020B0604020202020204" pitchFamily="34" charset="0"/>
              </a:rPr>
              <a:t>Open Systems Interconnection</a:t>
            </a:r>
            <a:r>
              <a:rPr kumimoji="0" lang="en-US" altLang="en-US" sz="14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202122"/>
                </a:solidFill>
                <a:effectLst/>
                <a:latin typeface="Arial" panose="020B0604020202020204" pitchFamily="34" charset="0"/>
                <a:cs typeface="Arial" panose="020B0604020202020204" pitchFamily="34" charset="0"/>
              </a:rPr>
              <a:t>OSI</a:t>
            </a:r>
            <a:r>
              <a:rPr kumimoji="0" lang="en-US" altLang="en-US" sz="14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202122"/>
                </a:solidFill>
                <a:effectLst/>
                <a:latin typeface="Arial" panose="020B0604020202020204" pitchFamily="34" charset="0"/>
                <a:cs typeface="Arial" panose="020B0604020202020204" pitchFamily="34" charset="0"/>
              </a:rPr>
              <a:t>model</a:t>
            </a:r>
            <a:r>
              <a:rPr kumimoji="0" lang="en-US" altLang="en-US" sz="14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is a </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hlinkClick r:id="rId3" tooltip="Reference model"/>
              </a:rPr>
              <a:t>reference model</a:t>
            </a:r>
            <a:r>
              <a:rPr kumimoji="0" lang="en-US" altLang="en-US" sz="14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developed by the </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hlinkClick r:id="rId4" tooltip="International Organization for Standardization"/>
              </a:rPr>
              <a:t>International Organization for Standardization</a:t>
            </a:r>
            <a:r>
              <a:rPr kumimoji="0" lang="en-US" altLang="en-US" sz="14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(ISO)</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3B4430EE-5E8E-4B91-0359-A4868B217902}"/>
              </a:ext>
            </a:extLst>
          </p:cNvPr>
          <p:cNvSpPr>
            <a:spLocks noChangeArrowheads="1"/>
          </p:cNvSpPr>
          <p:nvPr/>
        </p:nvSpPr>
        <p:spPr bwMode="auto">
          <a:xfrm>
            <a:off x="76200" y="1521438"/>
            <a:ext cx="72474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the components of a communication system are distinguished in seven </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hlinkClick r:id="rId5" tooltip="Abstraction layer"/>
              </a:rPr>
              <a:t>abstraction layers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69E19B85-09E6-5092-E1DE-F8BAE82C71A3}"/>
              </a:ext>
            </a:extLst>
          </p:cNvPr>
          <p:cNvPicPr>
            <a:picLocks noChangeAspect="1"/>
          </p:cNvPicPr>
          <p:nvPr/>
        </p:nvPicPr>
        <p:blipFill>
          <a:blip r:embed="rId6"/>
          <a:stretch>
            <a:fillRect/>
          </a:stretch>
        </p:blipFill>
        <p:spPr>
          <a:xfrm>
            <a:off x="4876800" y="1882074"/>
            <a:ext cx="7086600" cy="2932178"/>
          </a:xfrm>
          <a:prstGeom prst="rect">
            <a:avLst/>
          </a:prstGeom>
        </p:spPr>
      </p:pic>
      <p:sp>
        <p:nvSpPr>
          <p:cNvPr id="14" name="Rectangle 6">
            <a:extLst>
              <a:ext uri="{FF2B5EF4-FFF2-40B4-BE49-F238E27FC236}">
                <a16:creationId xmlns:a16="http://schemas.microsoft.com/office/drawing/2014/main" id="{44F4EBD9-90E4-09CE-C53E-62BF316138D3}"/>
              </a:ext>
            </a:extLst>
          </p:cNvPr>
          <p:cNvSpPr>
            <a:spLocks noChangeArrowheads="1"/>
          </p:cNvSpPr>
          <p:nvPr/>
        </p:nvSpPr>
        <p:spPr bwMode="auto">
          <a:xfrm>
            <a:off x="-143256" y="4981792"/>
            <a:ext cx="11985492" cy="1489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07840" tIns="-7935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Data processing by two communicating OSI-compatible devices proceeds as follows: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The data to be transmitted is composed at the topmost layer of the transmitting device (layer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N</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into a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hlinkClick r:id="rId7" tooltip="Protocol data unit"/>
              </a:rPr>
              <a:t>protocol data unit</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PDU</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The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PDU</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is passed to layer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N−1</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where it is known as the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hlinkClick r:id="rId8" tooltip="Service data unit"/>
              </a:rPr>
              <a:t>service data unit</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SDU</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At layer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N−1</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the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SDU</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is </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hlinkClick r:id="rId9" tooltip="Concatenated"/>
              </a:rPr>
              <a:t>concatenated</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with a header, a footer, or both, producing a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layer N−1 PDU</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It is then passed to layer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N−2</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The process continues until reaching the lowermost level, from which the data is transmitted to the receiving device.</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At the receiving device the data is passed from the lowest to the highest layer as a series of </a:t>
            </a:r>
            <a:r>
              <a:rPr kumimoji="0" lang="en-US" altLang="en-US" sz="1200" b="0" i="1" u="none" strike="noStrike" cap="none" normalizeH="0" baseline="0" dirty="0">
                <a:ln>
                  <a:noFill/>
                </a:ln>
                <a:solidFill>
                  <a:srgbClr val="202122"/>
                </a:solidFill>
                <a:effectLst/>
                <a:latin typeface="Arial" panose="020B0604020202020204" pitchFamily="34" charset="0"/>
                <a:cs typeface="Arial" panose="020B0604020202020204" pitchFamily="34" charset="0"/>
              </a:rPr>
              <a:t>SDU</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s while being successively stripped from each layer's header or footer </a:t>
            </a:r>
          </a:p>
          <a:p>
            <a:pPr marL="0" marR="0" lvl="0" indent="0" algn="l" defTabSz="914400" rtl="0" eaLnBrk="0" fontAlgn="base" latinLnBrk="0" hangingPunct="0">
              <a:lnSpc>
                <a:spcPct val="100000"/>
              </a:lnSpc>
              <a:spcBef>
                <a:spcPct val="0"/>
              </a:spcBef>
              <a:spcAft>
                <a:spcPct val="0"/>
              </a:spcAft>
              <a:buClrTx/>
              <a:buSzTx/>
              <a:tabLst/>
            </a:pPr>
            <a:r>
              <a:rPr lang="en-US" altLang="en-US" sz="1200" dirty="0">
                <a:solidFill>
                  <a:srgbClr val="202122"/>
                </a:solidFill>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until reaching the topmost layer, where the last of the data is consumed.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8CB1691F-4A37-B1B4-3856-8E73856B24AA}"/>
              </a:ext>
            </a:extLst>
          </p:cNvPr>
          <p:cNvSpPr txBox="1"/>
          <p:nvPr/>
        </p:nvSpPr>
        <p:spPr>
          <a:xfrm>
            <a:off x="76200" y="876084"/>
            <a:ext cx="11766036" cy="307777"/>
          </a:xfrm>
          <a:prstGeom prst="rect">
            <a:avLst/>
          </a:prstGeom>
          <a:noFill/>
        </p:spPr>
        <p:txBody>
          <a:bodyPr wrap="square" rtlCol="0">
            <a:spAutoFit/>
          </a:bodyPr>
          <a:lstStyle/>
          <a:p>
            <a:r>
              <a:rPr lang="en-US" sz="700" dirty="0">
                <a:latin typeface="Courier New" panose="02070309020205020404" pitchFamily="49" charset="0"/>
                <a:cs typeface="Courier New" panose="02070309020205020404" pitchFamily="49" charset="0"/>
              </a:rPr>
              <a:t>The information below is from Wikipedia page </a:t>
            </a:r>
            <a:r>
              <a:rPr lang="en-US" sz="700" dirty="0">
                <a:latin typeface="Courier New" panose="02070309020205020404" pitchFamily="49" charset="0"/>
                <a:cs typeface="Courier New" panose="02070309020205020404" pitchFamily="49" charset="0"/>
                <a:hlinkClick r:id="rId10"/>
              </a:rPr>
              <a:t>https://en.wikipedia.org/wiki/OSI_model</a:t>
            </a:r>
            <a:r>
              <a:rPr lang="en-US" sz="700" dirty="0">
                <a:latin typeface="Courier New" panose="02070309020205020404" pitchFamily="49" charset="0"/>
                <a:cs typeface="Courier New" panose="02070309020205020404" pitchFamily="49" charset="0"/>
              </a:rPr>
              <a:t> that carries the following statement “Text is available under the Creative Commons Attribution-</a:t>
            </a:r>
            <a:r>
              <a:rPr lang="en-US" sz="700" dirty="0" err="1">
                <a:latin typeface="Courier New" panose="02070309020205020404" pitchFamily="49" charset="0"/>
                <a:cs typeface="Courier New" panose="02070309020205020404" pitchFamily="49" charset="0"/>
              </a:rPr>
              <a:t>ShareAlike</a:t>
            </a:r>
            <a:r>
              <a:rPr lang="en-US" sz="700" dirty="0">
                <a:latin typeface="Courier New" panose="02070309020205020404" pitchFamily="49" charset="0"/>
                <a:cs typeface="Courier New" panose="02070309020205020404" pitchFamily="49" charset="0"/>
              </a:rPr>
              <a:t> 4.0 License; additional terms may apply. By using this site, you agree to the Terms of Use and Privacy Policy. Wikipedia® is a registered trademark of the Wikimedia Foundation, Inc., a non-profit organization.”</a:t>
            </a:r>
            <a:endParaRPr lang="en-US" sz="700" dirty="0"/>
          </a:p>
        </p:txBody>
      </p:sp>
    </p:spTree>
    <p:extLst>
      <p:ext uri="{BB962C8B-B14F-4D97-AF65-F5344CB8AC3E}">
        <p14:creationId xmlns:p14="http://schemas.microsoft.com/office/powerpoint/2010/main" val="101950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C994E-B98D-6239-2EF7-07EE4E05351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1341FF0-9F75-CF10-7523-7D40D1BB0E8B}"/>
              </a:ext>
            </a:extLst>
          </p:cNvPr>
          <p:cNvSpPr>
            <a:spLocks noGrp="1"/>
          </p:cNvSpPr>
          <p:nvPr>
            <p:ph type="title"/>
          </p:nvPr>
        </p:nvSpPr>
        <p:spPr>
          <a:xfrm>
            <a:off x="761999" y="139474"/>
            <a:ext cx="10515600" cy="702874"/>
          </a:xfrm>
        </p:spPr>
        <p:txBody>
          <a:bodyPr>
            <a:normAutofit fontScale="90000"/>
          </a:bodyPr>
          <a:lstStyle/>
          <a:p>
            <a:r>
              <a:rPr lang="en-US" dirty="0"/>
              <a:t>Key Concepts</a:t>
            </a:r>
          </a:p>
        </p:txBody>
      </p:sp>
      <p:sp>
        <p:nvSpPr>
          <p:cNvPr id="6" name="Footer Placeholder 5">
            <a:extLst>
              <a:ext uri="{FF2B5EF4-FFF2-40B4-BE49-F238E27FC236}">
                <a16:creationId xmlns:a16="http://schemas.microsoft.com/office/drawing/2014/main" id="{CFFFB97D-E74C-8F27-B5B4-6CB7AEE52B35}"/>
              </a:ext>
            </a:extLst>
          </p:cNvPr>
          <p:cNvSpPr>
            <a:spLocks noGrp="1"/>
          </p:cNvSpPr>
          <p:nvPr>
            <p:ph type="ftr" sz="quarter" idx="10"/>
          </p:nvPr>
        </p:nvSpPr>
        <p:spPr>
          <a:xfrm>
            <a:off x="109524" y="6470573"/>
            <a:ext cx="4505352" cy="365125"/>
          </a:xfrm>
        </p:spPr>
        <p:txBody>
          <a:bodyPr/>
          <a:lstStyle/>
          <a:p>
            <a:r>
              <a:rPr lang="en-US" dirty="0"/>
              <a:t>CC-BY-4.0   03 July 2026</a:t>
            </a:r>
          </a:p>
        </p:txBody>
      </p:sp>
      <p:sp>
        <p:nvSpPr>
          <p:cNvPr id="4" name="Slide Number Placeholder 3">
            <a:extLst>
              <a:ext uri="{FF2B5EF4-FFF2-40B4-BE49-F238E27FC236}">
                <a16:creationId xmlns:a16="http://schemas.microsoft.com/office/drawing/2014/main" id="{043C9502-F31D-B939-EAA5-9D3A310AD712}"/>
              </a:ext>
            </a:extLst>
          </p:cNvPr>
          <p:cNvSpPr>
            <a:spLocks noGrp="1"/>
          </p:cNvSpPr>
          <p:nvPr>
            <p:ph type="sldNum" sz="quarter" idx="11"/>
          </p:nvPr>
        </p:nvSpPr>
        <p:spPr>
          <a:xfrm>
            <a:off x="4724400" y="6481361"/>
            <a:ext cx="2743200" cy="365125"/>
          </a:xfrm>
        </p:spPr>
        <p:txBody>
          <a:bodyPr/>
          <a:lstStyle/>
          <a:p>
            <a:fld id="{172905B5-BF71-8640-BDE2-B898E074B20C}" type="slidenum">
              <a:rPr lang="en-US" altLang="en-US" smtClean="0"/>
              <a:pPr/>
              <a:t>5</a:t>
            </a:fld>
            <a:endParaRPr lang="en-US" altLang="en-US"/>
          </a:p>
        </p:txBody>
      </p:sp>
      <p:pic>
        <p:nvPicPr>
          <p:cNvPr id="2" name="Picture 1">
            <a:extLst>
              <a:ext uri="{FF2B5EF4-FFF2-40B4-BE49-F238E27FC236}">
                <a16:creationId xmlns:a16="http://schemas.microsoft.com/office/drawing/2014/main" id="{14CCF1CD-D6E1-B14A-94C7-C809573CE9B4}"/>
              </a:ext>
            </a:extLst>
          </p:cNvPr>
          <p:cNvPicPr>
            <a:picLocks noChangeAspect="1"/>
          </p:cNvPicPr>
          <p:nvPr/>
        </p:nvPicPr>
        <p:blipFill>
          <a:blip r:embed="rId2"/>
          <a:stretch>
            <a:fillRect/>
          </a:stretch>
        </p:blipFill>
        <p:spPr>
          <a:xfrm>
            <a:off x="1676400" y="1518071"/>
            <a:ext cx="7772400" cy="4529073"/>
          </a:xfrm>
          <a:prstGeom prst="rect">
            <a:avLst/>
          </a:prstGeom>
        </p:spPr>
      </p:pic>
    </p:spTree>
    <p:extLst>
      <p:ext uri="{BB962C8B-B14F-4D97-AF65-F5344CB8AC3E}">
        <p14:creationId xmlns:p14="http://schemas.microsoft.com/office/powerpoint/2010/main" val="3814720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176C8-D9ED-2820-5CA8-FE7250227511}"/>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766DBA8A-69E0-7463-5816-F7C93B5155DF}"/>
              </a:ext>
            </a:extLst>
          </p:cNvPr>
          <p:cNvSpPr/>
          <p:nvPr/>
        </p:nvSpPr>
        <p:spPr>
          <a:xfrm>
            <a:off x="7048500" y="1294843"/>
            <a:ext cx="2286000" cy="5045633"/>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2</a:t>
            </a:r>
          </a:p>
        </p:txBody>
      </p:sp>
      <p:sp>
        <p:nvSpPr>
          <p:cNvPr id="15" name="Rectangle 14">
            <a:extLst>
              <a:ext uri="{FF2B5EF4-FFF2-40B4-BE49-F238E27FC236}">
                <a16:creationId xmlns:a16="http://schemas.microsoft.com/office/drawing/2014/main" id="{635D970A-FC01-B305-256E-E8A8DAFF1E3F}"/>
              </a:ext>
            </a:extLst>
          </p:cNvPr>
          <p:cNvSpPr/>
          <p:nvPr/>
        </p:nvSpPr>
        <p:spPr>
          <a:xfrm>
            <a:off x="2819400" y="1273507"/>
            <a:ext cx="2286000" cy="5045633"/>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1</a:t>
            </a:r>
          </a:p>
        </p:txBody>
      </p:sp>
      <p:sp>
        <p:nvSpPr>
          <p:cNvPr id="5" name="Title 4">
            <a:extLst>
              <a:ext uri="{FF2B5EF4-FFF2-40B4-BE49-F238E27FC236}">
                <a16:creationId xmlns:a16="http://schemas.microsoft.com/office/drawing/2014/main" id="{CEE43CD6-1FEB-F868-305B-4C122B7479E5}"/>
              </a:ext>
            </a:extLst>
          </p:cNvPr>
          <p:cNvSpPr>
            <a:spLocks noGrp="1"/>
          </p:cNvSpPr>
          <p:nvPr>
            <p:ph type="title"/>
          </p:nvPr>
        </p:nvSpPr>
        <p:spPr/>
        <p:txBody>
          <a:bodyPr>
            <a:normAutofit fontScale="90000"/>
          </a:bodyPr>
          <a:lstStyle/>
          <a:p>
            <a:r>
              <a:rPr lang="en-US" dirty="0"/>
              <a:t>Key Concepts</a:t>
            </a:r>
          </a:p>
        </p:txBody>
      </p:sp>
      <p:sp>
        <p:nvSpPr>
          <p:cNvPr id="10" name="Footer Placeholder 9">
            <a:extLst>
              <a:ext uri="{FF2B5EF4-FFF2-40B4-BE49-F238E27FC236}">
                <a16:creationId xmlns:a16="http://schemas.microsoft.com/office/drawing/2014/main" id="{2D6B97AF-5AF9-DF3C-E14D-69838C7D2479}"/>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6E253627-7B91-43F5-2EB2-B440EB7B5697}"/>
              </a:ext>
            </a:extLst>
          </p:cNvPr>
          <p:cNvSpPr>
            <a:spLocks noGrp="1"/>
          </p:cNvSpPr>
          <p:nvPr>
            <p:ph type="sldNum" sz="quarter" idx="11"/>
          </p:nvPr>
        </p:nvSpPr>
        <p:spPr/>
        <p:txBody>
          <a:bodyPr/>
          <a:lstStyle/>
          <a:p>
            <a:pPr>
              <a:defRPr/>
            </a:pPr>
            <a:fld id="{172905B5-BF71-8640-BDE2-B898E074B20C}" type="slidenum">
              <a:rPr lang="en-US" altLang="en-US" smtClean="0"/>
              <a:pPr>
                <a:defRPr/>
              </a:pPr>
              <a:t>6</a:t>
            </a:fld>
            <a:endParaRPr lang="en-US" altLang="en-US"/>
          </a:p>
        </p:txBody>
      </p:sp>
      <p:pic>
        <p:nvPicPr>
          <p:cNvPr id="2" name="Picture 1">
            <a:extLst>
              <a:ext uri="{FF2B5EF4-FFF2-40B4-BE49-F238E27FC236}">
                <a16:creationId xmlns:a16="http://schemas.microsoft.com/office/drawing/2014/main" id="{D58203CD-528B-86EA-58B9-AC110A40B06B}"/>
              </a:ext>
            </a:extLst>
          </p:cNvPr>
          <p:cNvPicPr>
            <a:picLocks noChangeAspect="1"/>
          </p:cNvPicPr>
          <p:nvPr/>
        </p:nvPicPr>
        <p:blipFill>
          <a:blip r:embed="rId2"/>
          <a:stretch>
            <a:fillRect/>
          </a:stretch>
        </p:blipFill>
        <p:spPr>
          <a:xfrm>
            <a:off x="1676400" y="1524000"/>
            <a:ext cx="7772400" cy="4529073"/>
          </a:xfrm>
          <a:prstGeom prst="rect">
            <a:avLst/>
          </a:prstGeom>
        </p:spPr>
      </p:pic>
      <p:sp>
        <p:nvSpPr>
          <p:cNvPr id="6" name="Rectangle 5">
            <a:extLst>
              <a:ext uri="{FF2B5EF4-FFF2-40B4-BE49-F238E27FC236}">
                <a16:creationId xmlns:a16="http://schemas.microsoft.com/office/drawing/2014/main" id="{83BC8A44-8D9B-40CD-EFAF-96C3A93D24FC}"/>
              </a:ext>
            </a:extLst>
          </p:cNvPr>
          <p:cNvSpPr/>
          <p:nvPr/>
        </p:nvSpPr>
        <p:spPr>
          <a:xfrm>
            <a:off x="3124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7" name="Rectangle 6">
            <a:extLst>
              <a:ext uri="{FF2B5EF4-FFF2-40B4-BE49-F238E27FC236}">
                <a16:creationId xmlns:a16="http://schemas.microsoft.com/office/drawing/2014/main" id="{D8B234CA-C451-7835-6F5B-FD1168402802}"/>
              </a:ext>
            </a:extLst>
          </p:cNvPr>
          <p:cNvSpPr/>
          <p:nvPr/>
        </p:nvSpPr>
        <p:spPr>
          <a:xfrm>
            <a:off x="7315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8" name="Rectangle 7">
            <a:extLst>
              <a:ext uri="{FF2B5EF4-FFF2-40B4-BE49-F238E27FC236}">
                <a16:creationId xmlns:a16="http://schemas.microsoft.com/office/drawing/2014/main" id="{16FF7DED-285D-EC84-0581-B56F758E50B0}"/>
              </a:ext>
            </a:extLst>
          </p:cNvPr>
          <p:cNvSpPr/>
          <p:nvPr/>
        </p:nvSpPr>
        <p:spPr>
          <a:xfrm>
            <a:off x="3048000" y="3505200"/>
            <a:ext cx="18288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9" name="Rectangle 8">
            <a:extLst>
              <a:ext uri="{FF2B5EF4-FFF2-40B4-BE49-F238E27FC236}">
                <a16:creationId xmlns:a16="http://schemas.microsoft.com/office/drawing/2014/main" id="{BAC6E91A-628D-6002-6095-2F0F50B2DAA1}"/>
              </a:ext>
            </a:extLst>
          </p:cNvPr>
          <p:cNvSpPr/>
          <p:nvPr/>
        </p:nvSpPr>
        <p:spPr>
          <a:xfrm>
            <a:off x="7315200" y="3505200"/>
            <a:ext cx="17526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3" name="Rectangle 12">
            <a:extLst>
              <a:ext uri="{FF2B5EF4-FFF2-40B4-BE49-F238E27FC236}">
                <a16:creationId xmlns:a16="http://schemas.microsoft.com/office/drawing/2014/main" id="{D9AD56EF-48E5-AE0B-5CCE-29E28052D563}"/>
              </a:ext>
            </a:extLst>
          </p:cNvPr>
          <p:cNvSpPr/>
          <p:nvPr/>
        </p:nvSpPr>
        <p:spPr>
          <a:xfrm>
            <a:off x="3124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4" name="Rectangle 13">
            <a:extLst>
              <a:ext uri="{FF2B5EF4-FFF2-40B4-BE49-F238E27FC236}">
                <a16:creationId xmlns:a16="http://schemas.microsoft.com/office/drawing/2014/main" id="{82B541AC-D335-6D53-0EB5-E7A7BE43478A}"/>
              </a:ext>
            </a:extLst>
          </p:cNvPr>
          <p:cNvSpPr/>
          <p:nvPr/>
        </p:nvSpPr>
        <p:spPr>
          <a:xfrm>
            <a:off x="7315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1" name="TextBox 10">
            <a:extLst>
              <a:ext uri="{FF2B5EF4-FFF2-40B4-BE49-F238E27FC236}">
                <a16:creationId xmlns:a16="http://schemas.microsoft.com/office/drawing/2014/main" id="{58E8262E-C8C3-AB66-2869-F4901F23259D}"/>
              </a:ext>
            </a:extLst>
          </p:cNvPr>
          <p:cNvSpPr txBox="1"/>
          <p:nvPr/>
        </p:nvSpPr>
        <p:spPr>
          <a:xfrm>
            <a:off x="9601200" y="1410962"/>
            <a:ext cx="2425279" cy="2308324"/>
          </a:xfrm>
          <a:prstGeom prst="rect">
            <a:avLst/>
          </a:prstGeom>
          <a:noFill/>
        </p:spPr>
        <p:txBody>
          <a:bodyPr wrap="square" rtlCol="0">
            <a:spAutoFit/>
          </a:bodyPr>
          <a:lstStyle/>
          <a:p>
            <a:r>
              <a:rPr lang="en-US" dirty="0"/>
              <a:t>Hosts participating in a layered comms pattern</a:t>
            </a:r>
          </a:p>
          <a:p>
            <a:endParaRPr lang="en-US" dirty="0"/>
          </a:p>
          <a:p>
            <a:r>
              <a:rPr lang="en-US" dirty="0"/>
              <a:t>Each protocol is represented by a protocol entity in each host</a:t>
            </a:r>
          </a:p>
        </p:txBody>
      </p:sp>
    </p:spTree>
    <p:extLst>
      <p:ext uri="{BB962C8B-B14F-4D97-AF65-F5344CB8AC3E}">
        <p14:creationId xmlns:p14="http://schemas.microsoft.com/office/powerpoint/2010/main" val="1805151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A0E14-F316-C62D-2394-60453A0F5F89}"/>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A7E68B37-B726-DAD1-0515-C200BED9D77D}"/>
              </a:ext>
            </a:extLst>
          </p:cNvPr>
          <p:cNvSpPr/>
          <p:nvPr/>
        </p:nvSpPr>
        <p:spPr>
          <a:xfrm>
            <a:off x="7048500" y="1294843"/>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2</a:t>
            </a:r>
          </a:p>
        </p:txBody>
      </p:sp>
      <p:sp>
        <p:nvSpPr>
          <p:cNvPr id="27" name="Rectangle 26">
            <a:extLst>
              <a:ext uri="{FF2B5EF4-FFF2-40B4-BE49-F238E27FC236}">
                <a16:creationId xmlns:a16="http://schemas.microsoft.com/office/drawing/2014/main" id="{4EA138CC-C9CF-94F5-B0EA-1D1223D6B04E}"/>
              </a:ext>
            </a:extLst>
          </p:cNvPr>
          <p:cNvSpPr/>
          <p:nvPr/>
        </p:nvSpPr>
        <p:spPr>
          <a:xfrm>
            <a:off x="2819400" y="1273507"/>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1</a:t>
            </a:r>
          </a:p>
        </p:txBody>
      </p:sp>
      <p:sp>
        <p:nvSpPr>
          <p:cNvPr id="5" name="Title 4">
            <a:extLst>
              <a:ext uri="{FF2B5EF4-FFF2-40B4-BE49-F238E27FC236}">
                <a16:creationId xmlns:a16="http://schemas.microsoft.com/office/drawing/2014/main" id="{5CCB8936-AED5-485D-F825-B5496BE911E4}"/>
              </a:ext>
            </a:extLst>
          </p:cNvPr>
          <p:cNvSpPr>
            <a:spLocks noGrp="1"/>
          </p:cNvSpPr>
          <p:nvPr>
            <p:ph type="title"/>
          </p:nvPr>
        </p:nvSpPr>
        <p:spPr/>
        <p:txBody>
          <a:bodyPr>
            <a:normAutofit fontScale="90000"/>
          </a:bodyPr>
          <a:lstStyle/>
          <a:p>
            <a:r>
              <a:rPr lang="en-US" dirty="0"/>
              <a:t>Key Concepts</a:t>
            </a:r>
          </a:p>
        </p:txBody>
      </p:sp>
      <p:sp>
        <p:nvSpPr>
          <p:cNvPr id="10" name="Footer Placeholder 9">
            <a:extLst>
              <a:ext uri="{FF2B5EF4-FFF2-40B4-BE49-F238E27FC236}">
                <a16:creationId xmlns:a16="http://schemas.microsoft.com/office/drawing/2014/main" id="{FB044B67-AF5C-687E-F39A-2B61A7B690A1}"/>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4509923A-FE63-C3B5-E7AA-BE6A71273B12}"/>
              </a:ext>
            </a:extLst>
          </p:cNvPr>
          <p:cNvSpPr>
            <a:spLocks noGrp="1"/>
          </p:cNvSpPr>
          <p:nvPr>
            <p:ph type="sldNum" sz="quarter" idx="11"/>
          </p:nvPr>
        </p:nvSpPr>
        <p:spPr/>
        <p:txBody>
          <a:bodyPr/>
          <a:lstStyle/>
          <a:p>
            <a:pPr>
              <a:defRPr/>
            </a:pPr>
            <a:fld id="{172905B5-BF71-8640-BDE2-B898E074B20C}" type="slidenum">
              <a:rPr lang="en-US" altLang="en-US" smtClean="0"/>
              <a:pPr>
                <a:defRPr/>
              </a:pPr>
              <a:t>7</a:t>
            </a:fld>
            <a:endParaRPr lang="en-US" altLang="en-US"/>
          </a:p>
        </p:txBody>
      </p:sp>
      <p:pic>
        <p:nvPicPr>
          <p:cNvPr id="2" name="Picture 1">
            <a:extLst>
              <a:ext uri="{FF2B5EF4-FFF2-40B4-BE49-F238E27FC236}">
                <a16:creationId xmlns:a16="http://schemas.microsoft.com/office/drawing/2014/main" id="{26AFEBEE-B5C5-141A-C550-9B67FB66A5A7}"/>
              </a:ext>
            </a:extLst>
          </p:cNvPr>
          <p:cNvPicPr>
            <a:picLocks noChangeAspect="1"/>
          </p:cNvPicPr>
          <p:nvPr/>
        </p:nvPicPr>
        <p:blipFill>
          <a:blip r:embed="rId2"/>
          <a:stretch>
            <a:fillRect/>
          </a:stretch>
        </p:blipFill>
        <p:spPr>
          <a:xfrm>
            <a:off x="1676400" y="1524000"/>
            <a:ext cx="7772400" cy="4529073"/>
          </a:xfrm>
          <a:prstGeom prst="rect">
            <a:avLst/>
          </a:prstGeom>
        </p:spPr>
      </p:pic>
      <p:sp>
        <p:nvSpPr>
          <p:cNvPr id="6" name="Rectangle 5">
            <a:extLst>
              <a:ext uri="{FF2B5EF4-FFF2-40B4-BE49-F238E27FC236}">
                <a16:creationId xmlns:a16="http://schemas.microsoft.com/office/drawing/2014/main" id="{A04E7F69-25BC-8F7C-4B23-A6B1D666F43C}"/>
              </a:ext>
            </a:extLst>
          </p:cNvPr>
          <p:cNvSpPr/>
          <p:nvPr/>
        </p:nvSpPr>
        <p:spPr>
          <a:xfrm>
            <a:off x="3124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7" name="Rectangle 6">
            <a:extLst>
              <a:ext uri="{FF2B5EF4-FFF2-40B4-BE49-F238E27FC236}">
                <a16:creationId xmlns:a16="http://schemas.microsoft.com/office/drawing/2014/main" id="{9E695584-1672-C01B-844B-E71B62C3A491}"/>
              </a:ext>
            </a:extLst>
          </p:cNvPr>
          <p:cNvSpPr/>
          <p:nvPr/>
        </p:nvSpPr>
        <p:spPr>
          <a:xfrm>
            <a:off x="7315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8" name="Rectangle 7">
            <a:extLst>
              <a:ext uri="{FF2B5EF4-FFF2-40B4-BE49-F238E27FC236}">
                <a16:creationId xmlns:a16="http://schemas.microsoft.com/office/drawing/2014/main" id="{8E992564-C806-EAB3-AC7F-CEDF467A1DC3}"/>
              </a:ext>
            </a:extLst>
          </p:cNvPr>
          <p:cNvSpPr/>
          <p:nvPr/>
        </p:nvSpPr>
        <p:spPr>
          <a:xfrm>
            <a:off x="3048000" y="3505200"/>
            <a:ext cx="18288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9" name="Rectangle 8">
            <a:extLst>
              <a:ext uri="{FF2B5EF4-FFF2-40B4-BE49-F238E27FC236}">
                <a16:creationId xmlns:a16="http://schemas.microsoft.com/office/drawing/2014/main" id="{B4B29D9C-F011-85E3-B0DF-4D016B837A13}"/>
              </a:ext>
            </a:extLst>
          </p:cNvPr>
          <p:cNvSpPr/>
          <p:nvPr/>
        </p:nvSpPr>
        <p:spPr>
          <a:xfrm>
            <a:off x="7315200" y="3505200"/>
            <a:ext cx="17526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3" name="Rectangle 12">
            <a:extLst>
              <a:ext uri="{FF2B5EF4-FFF2-40B4-BE49-F238E27FC236}">
                <a16:creationId xmlns:a16="http://schemas.microsoft.com/office/drawing/2014/main" id="{B8920BD5-5C12-F657-93FE-D9438CAEE8F4}"/>
              </a:ext>
            </a:extLst>
          </p:cNvPr>
          <p:cNvSpPr/>
          <p:nvPr/>
        </p:nvSpPr>
        <p:spPr>
          <a:xfrm>
            <a:off x="3124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4" name="Rectangle 13">
            <a:extLst>
              <a:ext uri="{FF2B5EF4-FFF2-40B4-BE49-F238E27FC236}">
                <a16:creationId xmlns:a16="http://schemas.microsoft.com/office/drawing/2014/main" id="{C81BFD87-E78B-E9EA-D666-8C77FDE5855F}"/>
              </a:ext>
            </a:extLst>
          </p:cNvPr>
          <p:cNvSpPr/>
          <p:nvPr/>
        </p:nvSpPr>
        <p:spPr>
          <a:xfrm>
            <a:off x="7315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5" name="Rectangle 14">
            <a:extLst>
              <a:ext uri="{FF2B5EF4-FFF2-40B4-BE49-F238E27FC236}">
                <a16:creationId xmlns:a16="http://schemas.microsoft.com/office/drawing/2014/main" id="{3BBAF1FD-D854-BDCE-B7EB-2FD09336EE80}"/>
              </a:ext>
            </a:extLst>
          </p:cNvPr>
          <p:cNvSpPr/>
          <p:nvPr/>
        </p:nvSpPr>
        <p:spPr>
          <a:xfrm>
            <a:off x="8153400" y="27432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09C4306-F011-03FF-D48C-727DC84ECDD8}"/>
              </a:ext>
            </a:extLst>
          </p:cNvPr>
          <p:cNvSpPr/>
          <p:nvPr/>
        </p:nvSpPr>
        <p:spPr>
          <a:xfrm>
            <a:off x="8153400" y="40386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4C5530-F6B4-18C6-1EC0-852EA1EAA2C4}"/>
              </a:ext>
            </a:extLst>
          </p:cNvPr>
          <p:cNvSpPr/>
          <p:nvPr/>
        </p:nvSpPr>
        <p:spPr>
          <a:xfrm>
            <a:off x="3924300" y="2747644"/>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3F34960-4D29-B6E7-3628-598877924FE5}"/>
              </a:ext>
            </a:extLst>
          </p:cNvPr>
          <p:cNvSpPr/>
          <p:nvPr/>
        </p:nvSpPr>
        <p:spPr>
          <a:xfrm>
            <a:off x="3931920" y="4046918"/>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2561450-79C4-28C1-19C1-B2F3EEE74C82}"/>
              </a:ext>
            </a:extLst>
          </p:cNvPr>
          <p:cNvSpPr/>
          <p:nvPr/>
        </p:nvSpPr>
        <p:spPr>
          <a:xfrm>
            <a:off x="7924800" y="3352800"/>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0" name="Rectangle 19">
            <a:extLst>
              <a:ext uri="{FF2B5EF4-FFF2-40B4-BE49-F238E27FC236}">
                <a16:creationId xmlns:a16="http://schemas.microsoft.com/office/drawing/2014/main" id="{272A760D-95D1-31CC-9FF8-5520FDA7EBE1}"/>
              </a:ext>
            </a:extLst>
          </p:cNvPr>
          <p:cNvSpPr/>
          <p:nvPr/>
        </p:nvSpPr>
        <p:spPr>
          <a:xfrm>
            <a:off x="3665220" y="2132204"/>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1" name="Rectangle 20">
            <a:extLst>
              <a:ext uri="{FF2B5EF4-FFF2-40B4-BE49-F238E27FC236}">
                <a16:creationId xmlns:a16="http://schemas.microsoft.com/office/drawing/2014/main" id="{C2D09488-32C1-9C32-254A-AB5DAB681AF5}"/>
              </a:ext>
            </a:extLst>
          </p:cNvPr>
          <p:cNvSpPr/>
          <p:nvPr/>
        </p:nvSpPr>
        <p:spPr>
          <a:xfrm>
            <a:off x="3733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2" name="Rectangle 21">
            <a:extLst>
              <a:ext uri="{FF2B5EF4-FFF2-40B4-BE49-F238E27FC236}">
                <a16:creationId xmlns:a16="http://schemas.microsoft.com/office/drawing/2014/main" id="{47C3F7B0-960C-89B6-738A-C85E2EB84937}"/>
              </a:ext>
            </a:extLst>
          </p:cNvPr>
          <p:cNvSpPr/>
          <p:nvPr/>
        </p:nvSpPr>
        <p:spPr>
          <a:xfrm>
            <a:off x="7924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3" name="Rectangle 22">
            <a:extLst>
              <a:ext uri="{FF2B5EF4-FFF2-40B4-BE49-F238E27FC236}">
                <a16:creationId xmlns:a16="http://schemas.microsoft.com/office/drawing/2014/main" id="{19EBC6E1-FDD7-CEE5-200B-BE95B9A7E40C}"/>
              </a:ext>
            </a:extLst>
          </p:cNvPr>
          <p:cNvSpPr/>
          <p:nvPr/>
        </p:nvSpPr>
        <p:spPr>
          <a:xfrm>
            <a:off x="7906512" y="21252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5" name="Rectangle 24">
            <a:extLst>
              <a:ext uri="{FF2B5EF4-FFF2-40B4-BE49-F238E27FC236}">
                <a16:creationId xmlns:a16="http://schemas.microsoft.com/office/drawing/2014/main" id="{83876B2D-D741-499A-F0C5-CEB5BDB15D63}"/>
              </a:ext>
            </a:extLst>
          </p:cNvPr>
          <p:cNvSpPr/>
          <p:nvPr/>
        </p:nvSpPr>
        <p:spPr>
          <a:xfrm>
            <a:off x="3657600" y="33397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cxnSp>
        <p:nvCxnSpPr>
          <p:cNvPr id="28" name="Straight Arrow Connector 27">
            <a:extLst>
              <a:ext uri="{FF2B5EF4-FFF2-40B4-BE49-F238E27FC236}">
                <a16:creationId xmlns:a16="http://schemas.microsoft.com/office/drawing/2014/main" id="{93F78A71-5619-C31E-9276-65D638CA4ABB}"/>
              </a:ext>
            </a:extLst>
          </p:cNvPr>
          <p:cNvCxnSpPr>
            <a:cxnSpLocks/>
          </p:cNvCxnSpPr>
          <p:nvPr/>
        </p:nvCxnSpPr>
        <p:spPr>
          <a:xfrm flipV="1">
            <a:off x="8305800"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951CEE6E-9CAD-BA66-64A2-6F35E2C6DB34}"/>
              </a:ext>
            </a:extLst>
          </p:cNvPr>
          <p:cNvSpPr txBox="1"/>
          <p:nvPr/>
        </p:nvSpPr>
        <p:spPr>
          <a:xfrm>
            <a:off x="8299710" y="2907268"/>
            <a:ext cx="715260" cy="369332"/>
          </a:xfrm>
          <a:prstGeom prst="rect">
            <a:avLst/>
          </a:prstGeom>
          <a:noFill/>
        </p:spPr>
        <p:txBody>
          <a:bodyPr wrap="none" rtlCol="0">
            <a:spAutoFit/>
          </a:bodyPr>
          <a:lstStyle/>
          <a:p>
            <a:r>
              <a:rPr lang="en-US" dirty="0"/>
              <a:t>SDUs</a:t>
            </a:r>
          </a:p>
        </p:txBody>
      </p:sp>
      <p:cxnSp>
        <p:nvCxnSpPr>
          <p:cNvPr id="34" name="Straight Arrow Connector 33">
            <a:extLst>
              <a:ext uri="{FF2B5EF4-FFF2-40B4-BE49-F238E27FC236}">
                <a16:creationId xmlns:a16="http://schemas.microsoft.com/office/drawing/2014/main" id="{F60CEDEE-6517-A334-335B-F67FB22F00F7}"/>
              </a:ext>
            </a:extLst>
          </p:cNvPr>
          <p:cNvCxnSpPr>
            <a:cxnSpLocks/>
          </p:cNvCxnSpPr>
          <p:nvPr/>
        </p:nvCxnSpPr>
        <p:spPr>
          <a:xfrm flipV="1">
            <a:off x="829716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FDDC7F49-021E-5731-CF02-56FE1BE1D98A}"/>
              </a:ext>
            </a:extLst>
          </p:cNvPr>
          <p:cNvSpPr txBox="1"/>
          <p:nvPr/>
        </p:nvSpPr>
        <p:spPr>
          <a:xfrm>
            <a:off x="8291070" y="4219304"/>
            <a:ext cx="715260" cy="369332"/>
          </a:xfrm>
          <a:prstGeom prst="rect">
            <a:avLst/>
          </a:prstGeom>
          <a:noFill/>
        </p:spPr>
        <p:txBody>
          <a:bodyPr wrap="none" rtlCol="0">
            <a:spAutoFit/>
          </a:bodyPr>
          <a:lstStyle/>
          <a:p>
            <a:r>
              <a:rPr lang="en-US" dirty="0"/>
              <a:t>SDUs</a:t>
            </a:r>
          </a:p>
        </p:txBody>
      </p:sp>
      <p:cxnSp>
        <p:nvCxnSpPr>
          <p:cNvPr id="36" name="Straight Arrow Connector 35">
            <a:extLst>
              <a:ext uri="{FF2B5EF4-FFF2-40B4-BE49-F238E27FC236}">
                <a16:creationId xmlns:a16="http://schemas.microsoft.com/office/drawing/2014/main" id="{527F441C-777B-9B57-4450-DD643050CBA1}"/>
              </a:ext>
            </a:extLst>
          </p:cNvPr>
          <p:cNvCxnSpPr>
            <a:cxnSpLocks/>
          </p:cNvCxnSpPr>
          <p:nvPr/>
        </p:nvCxnSpPr>
        <p:spPr>
          <a:xfrm flipV="1">
            <a:off x="381000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B8FA278C-8DC4-CF96-32A8-778522FC67E3}"/>
              </a:ext>
            </a:extLst>
          </p:cNvPr>
          <p:cNvSpPr txBox="1"/>
          <p:nvPr/>
        </p:nvSpPr>
        <p:spPr>
          <a:xfrm>
            <a:off x="3147570" y="2916412"/>
            <a:ext cx="715260" cy="369332"/>
          </a:xfrm>
          <a:prstGeom prst="rect">
            <a:avLst/>
          </a:prstGeom>
          <a:noFill/>
        </p:spPr>
        <p:txBody>
          <a:bodyPr wrap="none" rtlCol="0">
            <a:spAutoFit/>
          </a:bodyPr>
          <a:lstStyle/>
          <a:p>
            <a:r>
              <a:rPr lang="en-US" dirty="0"/>
              <a:t>SDUs</a:t>
            </a:r>
          </a:p>
        </p:txBody>
      </p:sp>
      <p:cxnSp>
        <p:nvCxnSpPr>
          <p:cNvPr id="38" name="Straight Arrow Connector 37">
            <a:extLst>
              <a:ext uri="{FF2B5EF4-FFF2-40B4-BE49-F238E27FC236}">
                <a16:creationId xmlns:a16="http://schemas.microsoft.com/office/drawing/2014/main" id="{8E6EE245-42EA-8DC7-4EC4-5C45CD313EBE}"/>
              </a:ext>
            </a:extLst>
          </p:cNvPr>
          <p:cNvCxnSpPr>
            <a:cxnSpLocks/>
          </p:cNvCxnSpPr>
          <p:nvPr/>
        </p:nvCxnSpPr>
        <p:spPr>
          <a:xfrm flipV="1">
            <a:off x="3828288"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877EB790-CF93-A4BC-F16F-F46205D2B637}"/>
              </a:ext>
            </a:extLst>
          </p:cNvPr>
          <p:cNvSpPr txBox="1"/>
          <p:nvPr/>
        </p:nvSpPr>
        <p:spPr>
          <a:xfrm>
            <a:off x="3147570" y="4220287"/>
            <a:ext cx="715260" cy="369332"/>
          </a:xfrm>
          <a:prstGeom prst="rect">
            <a:avLst/>
          </a:prstGeom>
          <a:noFill/>
        </p:spPr>
        <p:txBody>
          <a:bodyPr wrap="none" rtlCol="0">
            <a:spAutoFit/>
          </a:bodyPr>
          <a:lstStyle/>
          <a:p>
            <a:r>
              <a:rPr lang="en-US" dirty="0"/>
              <a:t>SDUs</a:t>
            </a:r>
          </a:p>
        </p:txBody>
      </p:sp>
      <p:sp>
        <p:nvSpPr>
          <p:cNvPr id="11" name="TextBox 10">
            <a:extLst>
              <a:ext uri="{FF2B5EF4-FFF2-40B4-BE49-F238E27FC236}">
                <a16:creationId xmlns:a16="http://schemas.microsoft.com/office/drawing/2014/main" id="{2113FC99-8DCE-5B82-2522-D6F2CE34F036}"/>
              </a:ext>
            </a:extLst>
          </p:cNvPr>
          <p:cNvSpPr txBox="1"/>
          <p:nvPr/>
        </p:nvSpPr>
        <p:spPr>
          <a:xfrm>
            <a:off x="9601200" y="1410962"/>
            <a:ext cx="2425279" cy="3416320"/>
          </a:xfrm>
          <a:prstGeom prst="rect">
            <a:avLst/>
          </a:prstGeom>
          <a:noFill/>
        </p:spPr>
        <p:txBody>
          <a:bodyPr wrap="square" rtlCol="0">
            <a:spAutoFit/>
          </a:bodyPr>
          <a:lstStyle/>
          <a:p>
            <a:r>
              <a:rPr lang="en-US" dirty="0"/>
              <a:t>Within each host, a protocol entity offers its services to other protocol entities via a Service Access Point (SAP)</a:t>
            </a:r>
          </a:p>
          <a:p>
            <a:endParaRPr lang="en-US" dirty="0"/>
          </a:p>
          <a:p>
            <a:r>
              <a:rPr lang="en-US" dirty="0"/>
              <a:t>Service Data Units are exchanged between protocol entities in the protocol stack on the host</a:t>
            </a:r>
          </a:p>
        </p:txBody>
      </p:sp>
    </p:spTree>
    <p:extLst>
      <p:ext uri="{BB962C8B-B14F-4D97-AF65-F5344CB8AC3E}">
        <p14:creationId xmlns:p14="http://schemas.microsoft.com/office/powerpoint/2010/main" val="290886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94903-DB07-7B9C-FD20-8699F9FC31F5}"/>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3F9834F2-A5AE-45D5-8BB2-63FB0D4BC6FA}"/>
              </a:ext>
            </a:extLst>
          </p:cNvPr>
          <p:cNvSpPr/>
          <p:nvPr/>
        </p:nvSpPr>
        <p:spPr>
          <a:xfrm>
            <a:off x="7048500" y="1294843"/>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2</a:t>
            </a:r>
          </a:p>
        </p:txBody>
      </p:sp>
      <p:sp>
        <p:nvSpPr>
          <p:cNvPr id="27" name="Rectangle 26">
            <a:extLst>
              <a:ext uri="{FF2B5EF4-FFF2-40B4-BE49-F238E27FC236}">
                <a16:creationId xmlns:a16="http://schemas.microsoft.com/office/drawing/2014/main" id="{276899BF-2BE6-4FE0-B48B-3D9058C8443A}"/>
              </a:ext>
            </a:extLst>
          </p:cNvPr>
          <p:cNvSpPr/>
          <p:nvPr/>
        </p:nvSpPr>
        <p:spPr>
          <a:xfrm>
            <a:off x="2819400" y="1273507"/>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1</a:t>
            </a:r>
          </a:p>
        </p:txBody>
      </p:sp>
      <p:sp>
        <p:nvSpPr>
          <p:cNvPr id="5" name="Title 4">
            <a:extLst>
              <a:ext uri="{FF2B5EF4-FFF2-40B4-BE49-F238E27FC236}">
                <a16:creationId xmlns:a16="http://schemas.microsoft.com/office/drawing/2014/main" id="{444F55A3-816F-36DC-323E-5BB5829C787F}"/>
              </a:ext>
            </a:extLst>
          </p:cNvPr>
          <p:cNvSpPr>
            <a:spLocks noGrp="1"/>
          </p:cNvSpPr>
          <p:nvPr>
            <p:ph type="title"/>
          </p:nvPr>
        </p:nvSpPr>
        <p:spPr/>
        <p:txBody>
          <a:bodyPr>
            <a:normAutofit fontScale="90000"/>
          </a:bodyPr>
          <a:lstStyle/>
          <a:p>
            <a:r>
              <a:rPr lang="en-US" dirty="0"/>
              <a:t>Key Concepts</a:t>
            </a:r>
          </a:p>
        </p:txBody>
      </p:sp>
      <p:sp>
        <p:nvSpPr>
          <p:cNvPr id="10" name="Footer Placeholder 9">
            <a:extLst>
              <a:ext uri="{FF2B5EF4-FFF2-40B4-BE49-F238E27FC236}">
                <a16:creationId xmlns:a16="http://schemas.microsoft.com/office/drawing/2014/main" id="{305FB121-A0E4-68BE-384D-BEA1EE8520D9}"/>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B3F483B7-6A8A-2AFE-0F1F-8917B187279F}"/>
              </a:ext>
            </a:extLst>
          </p:cNvPr>
          <p:cNvSpPr>
            <a:spLocks noGrp="1"/>
          </p:cNvSpPr>
          <p:nvPr>
            <p:ph type="sldNum" sz="quarter" idx="11"/>
          </p:nvPr>
        </p:nvSpPr>
        <p:spPr/>
        <p:txBody>
          <a:bodyPr/>
          <a:lstStyle/>
          <a:p>
            <a:pPr>
              <a:defRPr/>
            </a:pPr>
            <a:fld id="{172905B5-BF71-8640-BDE2-B898E074B20C}" type="slidenum">
              <a:rPr lang="en-US" altLang="en-US" smtClean="0"/>
              <a:pPr>
                <a:defRPr/>
              </a:pPr>
              <a:t>8</a:t>
            </a:fld>
            <a:endParaRPr lang="en-US" altLang="en-US"/>
          </a:p>
        </p:txBody>
      </p:sp>
      <p:pic>
        <p:nvPicPr>
          <p:cNvPr id="2" name="Picture 1">
            <a:extLst>
              <a:ext uri="{FF2B5EF4-FFF2-40B4-BE49-F238E27FC236}">
                <a16:creationId xmlns:a16="http://schemas.microsoft.com/office/drawing/2014/main" id="{E49C0C40-5E42-5AFC-39CA-F5CF0C1E7B1F}"/>
              </a:ext>
            </a:extLst>
          </p:cNvPr>
          <p:cNvPicPr>
            <a:picLocks noChangeAspect="1"/>
          </p:cNvPicPr>
          <p:nvPr/>
        </p:nvPicPr>
        <p:blipFill>
          <a:blip r:embed="rId2"/>
          <a:stretch>
            <a:fillRect/>
          </a:stretch>
        </p:blipFill>
        <p:spPr>
          <a:xfrm>
            <a:off x="1676400" y="1524000"/>
            <a:ext cx="7772400" cy="4529073"/>
          </a:xfrm>
          <a:prstGeom prst="rect">
            <a:avLst/>
          </a:prstGeom>
        </p:spPr>
      </p:pic>
      <p:sp>
        <p:nvSpPr>
          <p:cNvPr id="6" name="Rectangle 5">
            <a:extLst>
              <a:ext uri="{FF2B5EF4-FFF2-40B4-BE49-F238E27FC236}">
                <a16:creationId xmlns:a16="http://schemas.microsoft.com/office/drawing/2014/main" id="{06A29746-1E0C-4FFC-95E4-393DD97FF2A3}"/>
              </a:ext>
            </a:extLst>
          </p:cNvPr>
          <p:cNvSpPr/>
          <p:nvPr/>
        </p:nvSpPr>
        <p:spPr>
          <a:xfrm>
            <a:off x="3124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7" name="Rectangle 6">
            <a:extLst>
              <a:ext uri="{FF2B5EF4-FFF2-40B4-BE49-F238E27FC236}">
                <a16:creationId xmlns:a16="http://schemas.microsoft.com/office/drawing/2014/main" id="{B68F23DC-96BC-1D80-C51A-6F699E8FCA95}"/>
              </a:ext>
            </a:extLst>
          </p:cNvPr>
          <p:cNvSpPr/>
          <p:nvPr/>
        </p:nvSpPr>
        <p:spPr>
          <a:xfrm>
            <a:off x="7315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8" name="Rectangle 7">
            <a:extLst>
              <a:ext uri="{FF2B5EF4-FFF2-40B4-BE49-F238E27FC236}">
                <a16:creationId xmlns:a16="http://schemas.microsoft.com/office/drawing/2014/main" id="{D2F087BD-72CE-4F56-0F43-25F8E5B0934E}"/>
              </a:ext>
            </a:extLst>
          </p:cNvPr>
          <p:cNvSpPr/>
          <p:nvPr/>
        </p:nvSpPr>
        <p:spPr>
          <a:xfrm>
            <a:off x="3048000" y="3505200"/>
            <a:ext cx="18288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9" name="Rectangle 8">
            <a:extLst>
              <a:ext uri="{FF2B5EF4-FFF2-40B4-BE49-F238E27FC236}">
                <a16:creationId xmlns:a16="http://schemas.microsoft.com/office/drawing/2014/main" id="{4F42FA68-A827-6321-6A20-339D04034FE3}"/>
              </a:ext>
            </a:extLst>
          </p:cNvPr>
          <p:cNvSpPr/>
          <p:nvPr/>
        </p:nvSpPr>
        <p:spPr>
          <a:xfrm>
            <a:off x="7315200" y="3505200"/>
            <a:ext cx="17526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3" name="Rectangle 12">
            <a:extLst>
              <a:ext uri="{FF2B5EF4-FFF2-40B4-BE49-F238E27FC236}">
                <a16:creationId xmlns:a16="http://schemas.microsoft.com/office/drawing/2014/main" id="{837DAD1C-92B3-DEC5-E8CA-00BA8F5F5841}"/>
              </a:ext>
            </a:extLst>
          </p:cNvPr>
          <p:cNvSpPr/>
          <p:nvPr/>
        </p:nvSpPr>
        <p:spPr>
          <a:xfrm>
            <a:off x="3124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4" name="Rectangle 13">
            <a:extLst>
              <a:ext uri="{FF2B5EF4-FFF2-40B4-BE49-F238E27FC236}">
                <a16:creationId xmlns:a16="http://schemas.microsoft.com/office/drawing/2014/main" id="{21C10E24-0A89-74C7-CCF8-AD1A580DA468}"/>
              </a:ext>
            </a:extLst>
          </p:cNvPr>
          <p:cNvSpPr/>
          <p:nvPr/>
        </p:nvSpPr>
        <p:spPr>
          <a:xfrm>
            <a:off x="7315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5" name="Rectangle 14">
            <a:extLst>
              <a:ext uri="{FF2B5EF4-FFF2-40B4-BE49-F238E27FC236}">
                <a16:creationId xmlns:a16="http://schemas.microsoft.com/office/drawing/2014/main" id="{DAB3040D-144C-B58A-03C8-E2BAB00B9E07}"/>
              </a:ext>
            </a:extLst>
          </p:cNvPr>
          <p:cNvSpPr/>
          <p:nvPr/>
        </p:nvSpPr>
        <p:spPr>
          <a:xfrm>
            <a:off x="8153400" y="27432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5F5E3-AF8B-5CBE-4B47-34C52177D80C}"/>
              </a:ext>
            </a:extLst>
          </p:cNvPr>
          <p:cNvSpPr/>
          <p:nvPr/>
        </p:nvSpPr>
        <p:spPr>
          <a:xfrm>
            <a:off x="8153400" y="40386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700C37-B1E1-014A-764E-AB88A2F47053}"/>
              </a:ext>
            </a:extLst>
          </p:cNvPr>
          <p:cNvSpPr/>
          <p:nvPr/>
        </p:nvSpPr>
        <p:spPr>
          <a:xfrm>
            <a:off x="3924300" y="2747644"/>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707A56A-C3B8-5AB9-E8C1-B5DEE4A78AF5}"/>
              </a:ext>
            </a:extLst>
          </p:cNvPr>
          <p:cNvSpPr/>
          <p:nvPr/>
        </p:nvSpPr>
        <p:spPr>
          <a:xfrm>
            <a:off x="3931920" y="4046918"/>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498C948-4A15-C602-2C0A-05025E7E4FA6}"/>
              </a:ext>
            </a:extLst>
          </p:cNvPr>
          <p:cNvSpPr/>
          <p:nvPr/>
        </p:nvSpPr>
        <p:spPr>
          <a:xfrm>
            <a:off x="7924800" y="3352800"/>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0" name="Rectangle 19">
            <a:extLst>
              <a:ext uri="{FF2B5EF4-FFF2-40B4-BE49-F238E27FC236}">
                <a16:creationId xmlns:a16="http://schemas.microsoft.com/office/drawing/2014/main" id="{12ABF58B-C353-781C-B7C9-F60C87844037}"/>
              </a:ext>
            </a:extLst>
          </p:cNvPr>
          <p:cNvSpPr/>
          <p:nvPr/>
        </p:nvSpPr>
        <p:spPr>
          <a:xfrm>
            <a:off x="3665220" y="2132204"/>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1" name="Rectangle 20">
            <a:extLst>
              <a:ext uri="{FF2B5EF4-FFF2-40B4-BE49-F238E27FC236}">
                <a16:creationId xmlns:a16="http://schemas.microsoft.com/office/drawing/2014/main" id="{6D5EA2F7-4558-7995-7DBF-A5D600FCEBE6}"/>
              </a:ext>
            </a:extLst>
          </p:cNvPr>
          <p:cNvSpPr/>
          <p:nvPr/>
        </p:nvSpPr>
        <p:spPr>
          <a:xfrm>
            <a:off x="3733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2" name="Rectangle 21">
            <a:extLst>
              <a:ext uri="{FF2B5EF4-FFF2-40B4-BE49-F238E27FC236}">
                <a16:creationId xmlns:a16="http://schemas.microsoft.com/office/drawing/2014/main" id="{424F0B31-3CC2-07D7-4774-AA50A1403370}"/>
              </a:ext>
            </a:extLst>
          </p:cNvPr>
          <p:cNvSpPr/>
          <p:nvPr/>
        </p:nvSpPr>
        <p:spPr>
          <a:xfrm>
            <a:off x="7924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3" name="Rectangle 22">
            <a:extLst>
              <a:ext uri="{FF2B5EF4-FFF2-40B4-BE49-F238E27FC236}">
                <a16:creationId xmlns:a16="http://schemas.microsoft.com/office/drawing/2014/main" id="{12E16F39-9E10-CD43-7B8C-45744CF41DAB}"/>
              </a:ext>
            </a:extLst>
          </p:cNvPr>
          <p:cNvSpPr/>
          <p:nvPr/>
        </p:nvSpPr>
        <p:spPr>
          <a:xfrm>
            <a:off x="7906512" y="21252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5" name="Rectangle 24">
            <a:extLst>
              <a:ext uri="{FF2B5EF4-FFF2-40B4-BE49-F238E27FC236}">
                <a16:creationId xmlns:a16="http://schemas.microsoft.com/office/drawing/2014/main" id="{A97CA532-5274-DB39-EC72-1B8853733CE1}"/>
              </a:ext>
            </a:extLst>
          </p:cNvPr>
          <p:cNvSpPr/>
          <p:nvPr/>
        </p:nvSpPr>
        <p:spPr>
          <a:xfrm>
            <a:off x="3657600" y="33397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cxnSp>
        <p:nvCxnSpPr>
          <p:cNvPr id="28" name="Straight Arrow Connector 27">
            <a:extLst>
              <a:ext uri="{FF2B5EF4-FFF2-40B4-BE49-F238E27FC236}">
                <a16:creationId xmlns:a16="http://schemas.microsoft.com/office/drawing/2014/main" id="{DD199E1F-8E0A-260C-0A77-6C569F741F77}"/>
              </a:ext>
            </a:extLst>
          </p:cNvPr>
          <p:cNvCxnSpPr>
            <a:cxnSpLocks/>
          </p:cNvCxnSpPr>
          <p:nvPr/>
        </p:nvCxnSpPr>
        <p:spPr>
          <a:xfrm flipV="1">
            <a:off x="8305800"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4F35D411-7535-4621-5075-E265669C310C}"/>
              </a:ext>
            </a:extLst>
          </p:cNvPr>
          <p:cNvSpPr txBox="1"/>
          <p:nvPr/>
        </p:nvSpPr>
        <p:spPr>
          <a:xfrm>
            <a:off x="8299710" y="2907268"/>
            <a:ext cx="715260" cy="369332"/>
          </a:xfrm>
          <a:prstGeom prst="rect">
            <a:avLst/>
          </a:prstGeom>
          <a:noFill/>
        </p:spPr>
        <p:txBody>
          <a:bodyPr wrap="none" rtlCol="0">
            <a:spAutoFit/>
          </a:bodyPr>
          <a:lstStyle/>
          <a:p>
            <a:r>
              <a:rPr lang="en-US" dirty="0"/>
              <a:t>SDUs</a:t>
            </a:r>
          </a:p>
        </p:txBody>
      </p:sp>
      <p:cxnSp>
        <p:nvCxnSpPr>
          <p:cNvPr id="34" name="Straight Arrow Connector 33">
            <a:extLst>
              <a:ext uri="{FF2B5EF4-FFF2-40B4-BE49-F238E27FC236}">
                <a16:creationId xmlns:a16="http://schemas.microsoft.com/office/drawing/2014/main" id="{E184830D-DBFB-D2CC-B3ED-78900C2BB2AE}"/>
              </a:ext>
            </a:extLst>
          </p:cNvPr>
          <p:cNvCxnSpPr>
            <a:cxnSpLocks/>
          </p:cNvCxnSpPr>
          <p:nvPr/>
        </p:nvCxnSpPr>
        <p:spPr>
          <a:xfrm flipV="1">
            <a:off x="829716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2AAAC77E-367D-67A4-B06F-6AF0B0C6E4D3}"/>
              </a:ext>
            </a:extLst>
          </p:cNvPr>
          <p:cNvSpPr txBox="1"/>
          <p:nvPr/>
        </p:nvSpPr>
        <p:spPr>
          <a:xfrm>
            <a:off x="8291070" y="4219304"/>
            <a:ext cx="715260" cy="369332"/>
          </a:xfrm>
          <a:prstGeom prst="rect">
            <a:avLst/>
          </a:prstGeom>
          <a:noFill/>
        </p:spPr>
        <p:txBody>
          <a:bodyPr wrap="none" rtlCol="0">
            <a:spAutoFit/>
          </a:bodyPr>
          <a:lstStyle/>
          <a:p>
            <a:r>
              <a:rPr lang="en-US" dirty="0"/>
              <a:t>SDUs</a:t>
            </a:r>
          </a:p>
        </p:txBody>
      </p:sp>
      <p:cxnSp>
        <p:nvCxnSpPr>
          <p:cNvPr id="36" name="Straight Arrow Connector 35">
            <a:extLst>
              <a:ext uri="{FF2B5EF4-FFF2-40B4-BE49-F238E27FC236}">
                <a16:creationId xmlns:a16="http://schemas.microsoft.com/office/drawing/2014/main" id="{8EF0D9EC-5014-9992-34E8-C6BD9BC3D2FB}"/>
              </a:ext>
            </a:extLst>
          </p:cNvPr>
          <p:cNvCxnSpPr>
            <a:cxnSpLocks/>
          </p:cNvCxnSpPr>
          <p:nvPr/>
        </p:nvCxnSpPr>
        <p:spPr>
          <a:xfrm flipV="1">
            <a:off x="381000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7BA959A5-05D8-A8D0-73EE-E82077E6E9E4}"/>
              </a:ext>
            </a:extLst>
          </p:cNvPr>
          <p:cNvSpPr txBox="1"/>
          <p:nvPr/>
        </p:nvSpPr>
        <p:spPr>
          <a:xfrm>
            <a:off x="3147570" y="2916412"/>
            <a:ext cx="715260" cy="369332"/>
          </a:xfrm>
          <a:prstGeom prst="rect">
            <a:avLst/>
          </a:prstGeom>
          <a:noFill/>
        </p:spPr>
        <p:txBody>
          <a:bodyPr wrap="none" rtlCol="0">
            <a:spAutoFit/>
          </a:bodyPr>
          <a:lstStyle/>
          <a:p>
            <a:r>
              <a:rPr lang="en-US" dirty="0"/>
              <a:t>SDUs</a:t>
            </a:r>
          </a:p>
        </p:txBody>
      </p:sp>
      <p:cxnSp>
        <p:nvCxnSpPr>
          <p:cNvPr id="38" name="Straight Arrow Connector 37">
            <a:extLst>
              <a:ext uri="{FF2B5EF4-FFF2-40B4-BE49-F238E27FC236}">
                <a16:creationId xmlns:a16="http://schemas.microsoft.com/office/drawing/2014/main" id="{7A868D86-D0D3-B372-28F5-BDC5DFF972F6}"/>
              </a:ext>
            </a:extLst>
          </p:cNvPr>
          <p:cNvCxnSpPr>
            <a:cxnSpLocks/>
          </p:cNvCxnSpPr>
          <p:nvPr/>
        </p:nvCxnSpPr>
        <p:spPr>
          <a:xfrm flipV="1">
            <a:off x="3828288"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06F4A3AD-98EC-06E3-D022-F33E31714319}"/>
              </a:ext>
            </a:extLst>
          </p:cNvPr>
          <p:cNvSpPr txBox="1"/>
          <p:nvPr/>
        </p:nvSpPr>
        <p:spPr>
          <a:xfrm>
            <a:off x="3147570" y="4220287"/>
            <a:ext cx="715260" cy="369332"/>
          </a:xfrm>
          <a:prstGeom prst="rect">
            <a:avLst/>
          </a:prstGeom>
          <a:noFill/>
        </p:spPr>
        <p:txBody>
          <a:bodyPr wrap="none" rtlCol="0">
            <a:spAutoFit/>
          </a:bodyPr>
          <a:lstStyle/>
          <a:p>
            <a:r>
              <a:rPr lang="en-US" dirty="0"/>
              <a:t>SDUs</a:t>
            </a:r>
          </a:p>
        </p:txBody>
      </p:sp>
      <p:sp>
        <p:nvSpPr>
          <p:cNvPr id="45" name="TextBox 44">
            <a:extLst>
              <a:ext uri="{FF2B5EF4-FFF2-40B4-BE49-F238E27FC236}">
                <a16:creationId xmlns:a16="http://schemas.microsoft.com/office/drawing/2014/main" id="{1E0A7FE5-8F0E-ED29-160A-FA8D792EEAF8}"/>
              </a:ext>
            </a:extLst>
          </p:cNvPr>
          <p:cNvSpPr txBox="1"/>
          <p:nvPr/>
        </p:nvSpPr>
        <p:spPr>
          <a:xfrm>
            <a:off x="7054596" y="2916412"/>
            <a:ext cx="1084080" cy="369332"/>
          </a:xfrm>
          <a:prstGeom prst="rect">
            <a:avLst/>
          </a:prstGeom>
          <a:solidFill>
            <a:schemeClr val="bg1"/>
          </a:solidFill>
        </p:spPr>
        <p:txBody>
          <a:bodyPr wrap="square" rtlCol="0">
            <a:spAutoFit/>
          </a:bodyPr>
          <a:lstStyle/>
          <a:p>
            <a:r>
              <a:rPr lang="en-US" dirty="0"/>
              <a:t>SDU Link</a:t>
            </a:r>
          </a:p>
        </p:txBody>
      </p:sp>
      <p:sp>
        <p:nvSpPr>
          <p:cNvPr id="46" name="TextBox 45">
            <a:extLst>
              <a:ext uri="{FF2B5EF4-FFF2-40B4-BE49-F238E27FC236}">
                <a16:creationId xmlns:a16="http://schemas.microsoft.com/office/drawing/2014/main" id="{9AF98ED4-15CA-1607-1AEF-12B46E7FB211}"/>
              </a:ext>
            </a:extLst>
          </p:cNvPr>
          <p:cNvSpPr txBox="1"/>
          <p:nvPr/>
        </p:nvSpPr>
        <p:spPr>
          <a:xfrm>
            <a:off x="7031724" y="4191000"/>
            <a:ext cx="1084080" cy="369332"/>
          </a:xfrm>
          <a:prstGeom prst="rect">
            <a:avLst/>
          </a:prstGeom>
          <a:solidFill>
            <a:schemeClr val="bg1"/>
          </a:solidFill>
        </p:spPr>
        <p:txBody>
          <a:bodyPr wrap="square" rtlCol="0">
            <a:spAutoFit/>
          </a:bodyPr>
          <a:lstStyle/>
          <a:p>
            <a:r>
              <a:rPr lang="en-US" dirty="0"/>
              <a:t>SDU Link</a:t>
            </a:r>
          </a:p>
        </p:txBody>
      </p:sp>
      <p:sp>
        <p:nvSpPr>
          <p:cNvPr id="47" name="TextBox 46">
            <a:extLst>
              <a:ext uri="{FF2B5EF4-FFF2-40B4-BE49-F238E27FC236}">
                <a16:creationId xmlns:a16="http://schemas.microsoft.com/office/drawing/2014/main" id="{B772081E-201B-E1FF-CFD7-5866B9A46927}"/>
              </a:ext>
            </a:extLst>
          </p:cNvPr>
          <p:cNvSpPr txBox="1"/>
          <p:nvPr/>
        </p:nvSpPr>
        <p:spPr>
          <a:xfrm>
            <a:off x="4027920" y="4185340"/>
            <a:ext cx="1084080" cy="369332"/>
          </a:xfrm>
          <a:prstGeom prst="rect">
            <a:avLst/>
          </a:prstGeom>
          <a:solidFill>
            <a:schemeClr val="bg1"/>
          </a:solidFill>
        </p:spPr>
        <p:txBody>
          <a:bodyPr wrap="square" rtlCol="0">
            <a:spAutoFit/>
          </a:bodyPr>
          <a:lstStyle/>
          <a:p>
            <a:r>
              <a:rPr lang="en-US" dirty="0"/>
              <a:t>SDU Link</a:t>
            </a:r>
          </a:p>
        </p:txBody>
      </p:sp>
      <p:sp>
        <p:nvSpPr>
          <p:cNvPr id="48" name="TextBox 47">
            <a:extLst>
              <a:ext uri="{FF2B5EF4-FFF2-40B4-BE49-F238E27FC236}">
                <a16:creationId xmlns:a16="http://schemas.microsoft.com/office/drawing/2014/main" id="{D2D3137B-4EC2-9107-4DFA-C1158796289B}"/>
              </a:ext>
            </a:extLst>
          </p:cNvPr>
          <p:cNvSpPr txBox="1"/>
          <p:nvPr/>
        </p:nvSpPr>
        <p:spPr>
          <a:xfrm>
            <a:off x="4015224" y="2912538"/>
            <a:ext cx="1084080" cy="369332"/>
          </a:xfrm>
          <a:prstGeom prst="rect">
            <a:avLst/>
          </a:prstGeom>
          <a:solidFill>
            <a:schemeClr val="bg1"/>
          </a:solidFill>
        </p:spPr>
        <p:txBody>
          <a:bodyPr wrap="square" rtlCol="0">
            <a:spAutoFit/>
          </a:bodyPr>
          <a:lstStyle/>
          <a:p>
            <a:r>
              <a:rPr lang="en-US" dirty="0"/>
              <a:t>SDU Link</a:t>
            </a:r>
          </a:p>
        </p:txBody>
      </p:sp>
      <p:sp>
        <p:nvSpPr>
          <p:cNvPr id="11" name="TextBox 10">
            <a:extLst>
              <a:ext uri="{FF2B5EF4-FFF2-40B4-BE49-F238E27FC236}">
                <a16:creationId xmlns:a16="http://schemas.microsoft.com/office/drawing/2014/main" id="{0DD3E70F-05C0-321E-61B6-BA21A7FDE437}"/>
              </a:ext>
            </a:extLst>
          </p:cNvPr>
          <p:cNvSpPr txBox="1"/>
          <p:nvPr/>
        </p:nvSpPr>
        <p:spPr>
          <a:xfrm>
            <a:off x="9601200" y="1410962"/>
            <a:ext cx="2425279" cy="3139321"/>
          </a:xfrm>
          <a:prstGeom prst="rect">
            <a:avLst/>
          </a:prstGeom>
          <a:noFill/>
        </p:spPr>
        <p:txBody>
          <a:bodyPr wrap="square" rtlCol="0">
            <a:spAutoFit/>
          </a:bodyPr>
          <a:lstStyle/>
          <a:p>
            <a:r>
              <a:rPr lang="en-US" dirty="0"/>
              <a:t>SDU Links are the connector type between stacked protocol entities within a host</a:t>
            </a:r>
          </a:p>
          <a:p>
            <a:endParaRPr lang="en-US" dirty="0"/>
          </a:p>
          <a:p>
            <a:r>
              <a:rPr lang="en-US" dirty="0"/>
              <a:t>Protocol Entities in one layer depend on the services of one or more protocols in the next lower layer.</a:t>
            </a:r>
          </a:p>
        </p:txBody>
      </p:sp>
    </p:spTree>
    <p:extLst>
      <p:ext uri="{BB962C8B-B14F-4D97-AF65-F5344CB8AC3E}">
        <p14:creationId xmlns:p14="http://schemas.microsoft.com/office/powerpoint/2010/main" val="1851261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CE3D2-4C69-25AE-B057-ADA89EDE6ADE}"/>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B086795B-43AC-0DF3-C43D-71230C77D644}"/>
              </a:ext>
            </a:extLst>
          </p:cNvPr>
          <p:cNvSpPr/>
          <p:nvPr/>
        </p:nvSpPr>
        <p:spPr>
          <a:xfrm>
            <a:off x="7048500" y="1294843"/>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2</a:t>
            </a:r>
          </a:p>
        </p:txBody>
      </p:sp>
      <p:sp>
        <p:nvSpPr>
          <p:cNvPr id="27" name="Rectangle 26">
            <a:extLst>
              <a:ext uri="{FF2B5EF4-FFF2-40B4-BE49-F238E27FC236}">
                <a16:creationId xmlns:a16="http://schemas.microsoft.com/office/drawing/2014/main" id="{6E5FC567-B937-88FD-1DA8-CAA95D4F59D1}"/>
              </a:ext>
            </a:extLst>
          </p:cNvPr>
          <p:cNvSpPr/>
          <p:nvPr/>
        </p:nvSpPr>
        <p:spPr>
          <a:xfrm>
            <a:off x="2819400" y="1273507"/>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1</a:t>
            </a:r>
          </a:p>
        </p:txBody>
      </p:sp>
      <p:sp>
        <p:nvSpPr>
          <p:cNvPr id="5" name="Title 4">
            <a:extLst>
              <a:ext uri="{FF2B5EF4-FFF2-40B4-BE49-F238E27FC236}">
                <a16:creationId xmlns:a16="http://schemas.microsoft.com/office/drawing/2014/main" id="{8F1CAD51-8439-9999-A0A6-A0266C222B58}"/>
              </a:ext>
            </a:extLst>
          </p:cNvPr>
          <p:cNvSpPr>
            <a:spLocks noGrp="1"/>
          </p:cNvSpPr>
          <p:nvPr>
            <p:ph type="title"/>
          </p:nvPr>
        </p:nvSpPr>
        <p:spPr/>
        <p:txBody>
          <a:bodyPr>
            <a:normAutofit fontScale="90000"/>
          </a:bodyPr>
          <a:lstStyle/>
          <a:p>
            <a:r>
              <a:rPr lang="en-US" dirty="0"/>
              <a:t>Key Concepts</a:t>
            </a:r>
          </a:p>
        </p:txBody>
      </p:sp>
      <p:sp>
        <p:nvSpPr>
          <p:cNvPr id="49" name="Footer Placeholder 48">
            <a:extLst>
              <a:ext uri="{FF2B5EF4-FFF2-40B4-BE49-F238E27FC236}">
                <a16:creationId xmlns:a16="http://schemas.microsoft.com/office/drawing/2014/main" id="{F259363C-6B58-BEC6-3287-2A635E5E23D0}"/>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D95682CC-5EC0-95EA-5501-C570207FF082}"/>
              </a:ext>
            </a:extLst>
          </p:cNvPr>
          <p:cNvSpPr>
            <a:spLocks noGrp="1"/>
          </p:cNvSpPr>
          <p:nvPr>
            <p:ph type="sldNum" sz="quarter" idx="11"/>
          </p:nvPr>
        </p:nvSpPr>
        <p:spPr/>
        <p:txBody>
          <a:bodyPr/>
          <a:lstStyle/>
          <a:p>
            <a:pPr>
              <a:defRPr/>
            </a:pPr>
            <a:fld id="{172905B5-BF71-8640-BDE2-B898E074B20C}" type="slidenum">
              <a:rPr lang="en-US" altLang="en-US" smtClean="0"/>
              <a:pPr>
                <a:defRPr/>
              </a:pPr>
              <a:t>9</a:t>
            </a:fld>
            <a:endParaRPr lang="en-US" altLang="en-US"/>
          </a:p>
        </p:txBody>
      </p:sp>
      <p:pic>
        <p:nvPicPr>
          <p:cNvPr id="2" name="Picture 1">
            <a:extLst>
              <a:ext uri="{FF2B5EF4-FFF2-40B4-BE49-F238E27FC236}">
                <a16:creationId xmlns:a16="http://schemas.microsoft.com/office/drawing/2014/main" id="{CDD8616D-6457-4B5C-1695-2679B3C0AD45}"/>
              </a:ext>
            </a:extLst>
          </p:cNvPr>
          <p:cNvPicPr>
            <a:picLocks noChangeAspect="1"/>
          </p:cNvPicPr>
          <p:nvPr/>
        </p:nvPicPr>
        <p:blipFill>
          <a:blip r:embed="rId2"/>
          <a:stretch>
            <a:fillRect/>
          </a:stretch>
        </p:blipFill>
        <p:spPr>
          <a:xfrm>
            <a:off x="1676400" y="1524000"/>
            <a:ext cx="7772400" cy="4529073"/>
          </a:xfrm>
          <a:prstGeom prst="rect">
            <a:avLst/>
          </a:prstGeom>
        </p:spPr>
      </p:pic>
      <p:sp>
        <p:nvSpPr>
          <p:cNvPr id="6" name="Rectangle 5">
            <a:extLst>
              <a:ext uri="{FF2B5EF4-FFF2-40B4-BE49-F238E27FC236}">
                <a16:creationId xmlns:a16="http://schemas.microsoft.com/office/drawing/2014/main" id="{5C40B9BE-09AE-5A2E-B52A-2FAF2FACCBCC}"/>
              </a:ext>
            </a:extLst>
          </p:cNvPr>
          <p:cNvSpPr/>
          <p:nvPr/>
        </p:nvSpPr>
        <p:spPr>
          <a:xfrm>
            <a:off x="3124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7" name="Rectangle 6">
            <a:extLst>
              <a:ext uri="{FF2B5EF4-FFF2-40B4-BE49-F238E27FC236}">
                <a16:creationId xmlns:a16="http://schemas.microsoft.com/office/drawing/2014/main" id="{CD5A4830-DE07-2525-A44B-1900A268720E}"/>
              </a:ext>
            </a:extLst>
          </p:cNvPr>
          <p:cNvSpPr/>
          <p:nvPr/>
        </p:nvSpPr>
        <p:spPr>
          <a:xfrm>
            <a:off x="7315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8" name="Rectangle 7">
            <a:extLst>
              <a:ext uri="{FF2B5EF4-FFF2-40B4-BE49-F238E27FC236}">
                <a16:creationId xmlns:a16="http://schemas.microsoft.com/office/drawing/2014/main" id="{BB5E6F12-E794-D15D-76A9-EB2E85CF858C}"/>
              </a:ext>
            </a:extLst>
          </p:cNvPr>
          <p:cNvSpPr/>
          <p:nvPr/>
        </p:nvSpPr>
        <p:spPr>
          <a:xfrm>
            <a:off x="3048000" y="3505200"/>
            <a:ext cx="18288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9" name="Rectangle 8">
            <a:extLst>
              <a:ext uri="{FF2B5EF4-FFF2-40B4-BE49-F238E27FC236}">
                <a16:creationId xmlns:a16="http://schemas.microsoft.com/office/drawing/2014/main" id="{95C73610-410E-55B5-6973-CEDFB47B7317}"/>
              </a:ext>
            </a:extLst>
          </p:cNvPr>
          <p:cNvSpPr/>
          <p:nvPr/>
        </p:nvSpPr>
        <p:spPr>
          <a:xfrm>
            <a:off x="7315200" y="3505200"/>
            <a:ext cx="17526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3" name="Rectangle 12">
            <a:extLst>
              <a:ext uri="{FF2B5EF4-FFF2-40B4-BE49-F238E27FC236}">
                <a16:creationId xmlns:a16="http://schemas.microsoft.com/office/drawing/2014/main" id="{B90B7EEE-56EE-5F5A-6799-F40730556701}"/>
              </a:ext>
            </a:extLst>
          </p:cNvPr>
          <p:cNvSpPr/>
          <p:nvPr/>
        </p:nvSpPr>
        <p:spPr>
          <a:xfrm>
            <a:off x="3124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4" name="Rectangle 13">
            <a:extLst>
              <a:ext uri="{FF2B5EF4-FFF2-40B4-BE49-F238E27FC236}">
                <a16:creationId xmlns:a16="http://schemas.microsoft.com/office/drawing/2014/main" id="{81F240B7-8EA8-42E3-5EA1-9EDB329492EB}"/>
              </a:ext>
            </a:extLst>
          </p:cNvPr>
          <p:cNvSpPr/>
          <p:nvPr/>
        </p:nvSpPr>
        <p:spPr>
          <a:xfrm>
            <a:off x="7315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5" name="Rectangle 14">
            <a:extLst>
              <a:ext uri="{FF2B5EF4-FFF2-40B4-BE49-F238E27FC236}">
                <a16:creationId xmlns:a16="http://schemas.microsoft.com/office/drawing/2014/main" id="{710E9B48-663A-52B5-2AF6-36E0AF327F2F}"/>
              </a:ext>
            </a:extLst>
          </p:cNvPr>
          <p:cNvSpPr/>
          <p:nvPr/>
        </p:nvSpPr>
        <p:spPr>
          <a:xfrm>
            <a:off x="8153400" y="27432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5B99A4E-52E5-481F-3314-B3250C9AA4E8}"/>
              </a:ext>
            </a:extLst>
          </p:cNvPr>
          <p:cNvSpPr/>
          <p:nvPr/>
        </p:nvSpPr>
        <p:spPr>
          <a:xfrm>
            <a:off x="8153400" y="40386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5E4EAA3-61F3-EE54-CF18-D4D3167E7755}"/>
              </a:ext>
            </a:extLst>
          </p:cNvPr>
          <p:cNvSpPr/>
          <p:nvPr/>
        </p:nvSpPr>
        <p:spPr>
          <a:xfrm>
            <a:off x="3924300" y="2747644"/>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F884429-E69B-A89F-67C4-B4A4ECE99AD6}"/>
              </a:ext>
            </a:extLst>
          </p:cNvPr>
          <p:cNvSpPr/>
          <p:nvPr/>
        </p:nvSpPr>
        <p:spPr>
          <a:xfrm>
            <a:off x="3931920" y="4046918"/>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02F223F-C49B-9331-FD57-5BE5DB0DE241}"/>
              </a:ext>
            </a:extLst>
          </p:cNvPr>
          <p:cNvSpPr/>
          <p:nvPr/>
        </p:nvSpPr>
        <p:spPr>
          <a:xfrm>
            <a:off x="7924800" y="3352800"/>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0" name="Rectangle 19">
            <a:extLst>
              <a:ext uri="{FF2B5EF4-FFF2-40B4-BE49-F238E27FC236}">
                <a16:creationId xmlns:a16="http://schemas.microsoft.com/office/drawing/2014/main" id="{17424250-9496-6AE9-03B3-04ABD9B22D09}"/>
              </a:ext>
            </a:extLst>
          </p:cNvPr>
          <p:cNvSpPr/>
          <p:nvPr/>
        </p:nvSpPr>
        <p:spPr>
          <a:xfrm>
            <a:off x="3665220" y="2132204"/>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1" name="Rectangle 20">
            <a:extLst>
              <a:ext uri="{FF2B5EF4-FFF2-40B4-BE49-F238E27FC236}">
                <a16:creationId xmlns:a16="http://schemas.microsoft.com/office/drawing/2014/main" id="{199B5002-97D6-5EB1-594B-1B8C62FD12CF}"/>
              </a:ext>
            </a:extLst>
          </p:cNvPr>
          <p:cNvSpPr/>
          <p:nvPr/>
        </p:nvSpPr>
        <p:spPr>
          <a:xfrm>
            <a:off x="3733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2" name="Rectangle 21">
            <a:extLst>
              <a:ext uri="{FF2B5EF4-FFF2-40B4-BE49-F238E27FC236}">
                <a16:creationId xmlns:a16="http://schemas.microsoft.com/office/drawing/2014/main" id="{3E10C704-40B3-FC85-7FA2-5370A313A2B0}"/>
              </a:ext>
            </a:extLst>
          </p:cNvPr>
          <p:cNvSpPr/>
          <p:nvPr/>
        </p:nvSpPr>
        <p:spPr>
          <a:xfrm>
            <a:off x="7924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3" name="Rectangle 22">
            <a:extLst>
              <a:ext uri="{FF2B5EF4-FFF2-40B4-BE49-F238E27FC236}">
                <a16:creationId xmlns:a16="http://schemas.microsoft.com/office/drawing/2014/main" id="{20B24B52-6079-5382-4361-84F606B6E142}"/>
              </a:ext>
            </a:extLst>
          </p:cNvPr>
          <p:cNvSpPr/>
          <p:nvPr/>
        </p:nvSpPr>
        <p:spPr>
          <a:xfrm>
            <a:off x="7906512" y="21252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5" name="Rectangle 24">
            <a:extLst>
              <a:ext uri="{FF2B5EF4-FFF2-40B4-BE49-F238E27FC236}">
                <a16:creationId xmlns:a16="http://schemas.microsoft.com/office/drawing/2014/main" id="{D6987DBC-38C8-4B7C-D872-923EC0EFA272}"/>
              </a:ext>
            </a:extLst>
          </p:cNvPr>
          <p:cNvSpPr/>
          <p:nvPr/>
        </p:nvSpPr>
        <p:spPr>
          <a:xfrm>
            <a:off x="3657600" y="33397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cxnSp>
        <p:nvCxnSpPr>
          <p:cNvPr id="28" name="Straight Arrow Connector 27">
            <a:extLst>
              <a:ext uri="{FF2B5EF4-FFF2-40B4-BE49-F238E27FC236}">
                <a16:creationId xmlns:a16="http://schemas.microsoft.com/office/drawing/2014/main" id="{339F3A85-3EBA-2A6E-F197-2E64CCB58946}"/>
              </a:ext>
            </a:extLst>
          </p:cNvPr>
          <p:cNvCxnSpPr>
            <a:cxnSpLocks/>
          </p:cNvCxnSpPr>
          <p:nvPr/>
        </p:nvCxnSpPr>
        <p:spPr>
          <a:xfrm flipV="1">
            <a:off x="8305800"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D139E8F7-8B1E-4C32-B38F-66D5AB350AEA}"/>
              </a:ext>
            </a:extLst>
          </p:cNvPr>
          <p:cNvSpPr txBox="1"/>
          <p:nvPr/>
        </p:nvSpPr>
        <p:spPr>
          <a:xfrm>
            <a:off x="8299710" y="2907268"/>
            <a:ext cx="715260" cy="369332"/>
          </a:xfrm>
          <a:prstGeom prst="rect">
            <a:avLst/>
          </a:prstGeom>
          <a:noFill/>
        </p:spPr>
        <p:txBody>
          <a:bodyPr wrap="none" rtlCol="0">
            <a:spAutoFit/>
          </a:bodyPr>
          <a:lstStyle/>
          <a:p>
            <a:r>
              <a:rPr lang="en-US" dirty="0"/>
              <a:t>SDUs</a:t>
            </a:r>
          </a:p>
        </p:txBody>
      </p:sp>
      <p:cxnSp>
        <p:nvCxnSpPr>
          <p:cNvPr id="34" name="Straight Arrow Connector 33">
            <a:extLst>
              <a:ext uri="{FF2B5EF4-FFF2-40B4-BE49-F238E27FC236}">
                <a16:creationId xmlns:a16="http://schemas.microsoft.com/office/drawing/2014/main" id="{418F0DAF-2E2B-B107-8BC2-132BAD2FEEC5}"/>
              </a:ext>
            </a:extLst>
          </p:cNvPr>
          <p:cNvCxnSpPr>
            <a:cxnSpLocks/>
          </p:cNvCxnSpPr>
          <p:nvPr/>
        </p:nvCxnSpPr>
        <p:spPr>
          <a:xfrm flipV="1">
            <a:off x="829716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21790582-7E94-1F09-4B05-2F894A1428A5}"/>
              </a:ext>
            </a:extLst>
          </p:cNvPr>
          <p:cNvSpPr txBox="1"/>
          <p:nvPr/>
        </p:nvSpPr>
        <p:spPr>
          <a:xfrm>
            <a:off x="8291070" y="4219304"/>
            <a:ext cx="715260" cy="369332"/>
          </a:xfrm>
          <a:prstGeom prst="rect">
            <a:avLst/>
          </a:prstGeom>
          <a:noFill/>
        </p:spPr>
        <p:txBody>
          <a:bodyPr wrap="none" rtlCol="0">
            <a:spAutoFit/>
          </a:bodyPr>
          <a:lstStyle/>
          <a:p>
            <a:r>
              <a:rPr lang="en-US" dirty="0"/>
              <a:t>SDUs</a:t>
            </a:r>
          </a:p>
        </p:txBody>
      </p:sp>
      <p:cxnSp>
        <p:nvCxnSpPr>
          <p:cNvPr id="36" name="Straight Arrow Connector 35">
            <a:extLst>
              <a:ext uri="{FF2B5EF4-FFF2-40B4-BE49-F238E27FC236}">
                <a16:creationId xmlns:a16="http://schemas.microsoft.com/office/drawing/2014/main" id="{D97541BD-95BC-DBE2-7A7C-53037A7A143A}"/>
              </a:ext>
            </a:extLst>
          </p:cNvPr>
          <p:cNvCxnSpPr>
            <a:cxnSpLocks/>
          </p:cNvCxnSpPr>
          <p:nvPr/>
        </p:nvCxnSpPr>
        <p:spPr>
          <a:xfrm flipV="1">
            <a:off x="381000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CD90EA4B-FD57-97D4-291D-731C5C539E8C}"/>
              </a:ext>
            </a:extLst>
          </p:cNvPr>
          <p:cNvSpPr txBox="1"/>
          <p:nvPr/>
        </p:nvSpPr>
        <p:spPr>
          <a:xfrm>
            <a:off x="3147570" y="2916412"/>
            <a:ext cx="715260" cy="369332"/>
          </a:xfrm>
          <a:prstGeom prst="rect">
            <a:avLst/>
          </a:prstGeom>
          <a:noFill/>
        </p:spPr>
        <p:txBody>
          <a:bodyPr wrap="none" rtlCol="0">
            <a:spAutoFit/>
          </a:bodyPr>
          <a:lstStyle/>
          <a:p>
            <a:r>
              <a:rPr lang="en-US" dirty="0"/>
              <a:t>SDUs</a:t>
            </a:r>
          </a:p>
        </p:txBody>
      </p:sp>
      <p:cxnSp>
        <p:nvCxnSpPr>
          <p:cNvPr id="38" name="Straight Arrow Connector 37">
            <a:extLst>
              <a:ext uri="{FF2B5EF4-FFF2-40B4-BE49-F238E27FC236}">
                <a16:creationId xmlns:a16="http://schemas.microsoft.com/office/drawing/2014/main" id="{D23528EA-66FC-5F26-7890-DF8F1B3F3F24}"/>
              </a:ext>
            </a:extLst>
          </p:cNvPr>
          <p:cNvCxnSpPr>
            <a:cxnSpLocks/>
          </p:cNvCxnSpPr>
          <p:nvPr/>
        </p:nvCxnSpPr>
        <p:spPr>
          <a:xfrm flipV="1">
            <a:off x="3828288"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3108039F-988A-4559-9702-DFA359D26090}"/>
              </a:ext>
            </a:extLst>
          </p:cNvPr>
          <p:cNvSpPr txBox="1"/>
          <p:nvPr/>
        </p:nvSpPr>
        <p:spPr>
          <a:xfrm>
            <a:off x="3147570" y="4220287"/>
            <a:ext cx="715260" cy="369332"/>
          </a:xfrm>
          <a:prstGeom prst="rect">
            <a:avLst/>
          </a:prstGeom>
          <a:noFill/>
        </p:spPr>
        <p:txBody>
          <a:bodyPr wrap="none" rtlCol="0">
            <a:spAutoFit/>
          </a:bodyPr>
          <a:lstStyle/>
          <a:p>
            <a:r>
              <a:rPr lang="en-US" dirty="0"/>
              <a:t>SDUs</a:t>
            </a:r>
          </a:p>
        </p:txBody>
      </p:sp>
      <p:sp>
        <p:nvSpPr>
          <p:cNvPr id="10" name="Rectangle 9">
            <a:extLst>
              <a:ext uri="{FF2B5EF4-FFF2-40B4-BE49-F238E27FC236}">
                <a16:creationId xmlns:a16="http://schemas.microsoft.com/office/drawing/2014/main" id="{92A3898E-9201-4476-DA54-51178D584592}"/>
              </a:ext>
            </a:extLst>
          </p:cNvPr>
          <p:cNvSpPr/>
          <p:nvPr/>
        </p:nvSpPr>
        <p:spPr>
          <a:xfrm>
            <a:off x="4876800" y="2590800"/>
            <a:ext cx="2438400" cy="45719"/>
          </a:xfrm>
          <a:prstGeom prst="rect">
            <a:avLst/>
          </a:prstGeom>
          <a:solidFill>
            <a:srgbClr val="0070C0"/>
          </a:solidFill>
          <a:ln>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E5B1D60-B398-C782-709B-703A37CC9B39}"/>
              </a:ext>
            </a:extLst>
          </p:cNvPr>
          <p:cNvSpPr/>
          <p:nvPr/>
        </p:nvSpPr>
        <p:spPr>
          <a:xfrm>
            <a:off x="4885182" y="3853580"/>
            <a:ext cx="2438400" cy="45719"/>
          </a:xfrm>
          <a:prstGeom prst="rect">
            <a:avLst/>
          </a:prstGeom>
          <a:solidFill>
            <a:srgbClr val="0070C0"/>
          </a:solidFill>
          <a:ln>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AC36FA5-D78A-A6C1-257C-3ED7E3D229B0}"/>
              </a:ext>
            </a:extLst>
          </p:cNvPr>
          <p:cNvSpPr/>
          <p:nvPr/>
        </p:nvSpPr>
        <p:spPr>
          <a:xfrm>
            <a:off x="4893564" y="5116360"/>
            <a:ext cx="2438400" cy="45719"/>
          </a:xfrm>
          <a:prstGeom prst="rect">
            <a:avLst/>
          </a:prstGeom>
          <a:solidFill>
            <a:srgbClr val="0070C0"/>
          </a:solidFill>
          <a:ln>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C9652FA-6D01-1C64-A451-A9E55E629A16}"/>
              </a:ext>
            </a:extLst>
          </p:cNvPr>
          <p:cNvSpPr txBox="1"/>
          <p:nvPr/>
        </p:nvSpPr>
        <p:spPr>
          <a:xfrm>
            <a:off x="5494782" y="2196212"/>
            <a:ext cx="1219200" cy="369332"/>
          </a:xfrm>
          <a:prstGeom prst="rect">
            <a:avLst/>
          </a:prstGeom>
          <a:solidFill>
            <a:schemeClr val="tx2">
              <a:lumMod val="10000"/>
              <a:lumOff val="90000"/>
            </a:schemeClr>
          </a:solidFill>
        </p:spPr>
        <p:txBody>
          <a:bodyPr wrap="square" rtlCol="0">
            <a:spAutoFit/>
          </a:bodyPr>
          <a:lstStyle/>
          <a:p>
            <a:r>
              <a:rPr lang="en-US" dirty="0"/>
              <a:t>PDU Link</a:t>
            </a:r>
          </a:p>
        </p:txBody>
      </p:sp>
      <p:sp>
        <p:nvSpPr>
          <p:cNvPr id="30" name="TextBox 29">
            <a:extLst>
              <a:ext uri="{FF2B5EF4-FFF2-40B4-BE49-F238E27FC236}">
                <a16:creationId xmlns:a16="http://schemas.microsoft.com/office/drawing/2014/main" id="{804F62DF-A639-E2E1-B8C2-0F1767A063B1}"/>
              </a:ext>
            </a:extLst>
          </p:cNvPr>
          <p:cNvSpPr txBox="1"/>
          <p:nvPr/>
        </p:nvSpPr>
        <p:spPr>
          <a:xfrm>
            <a:off x="5503164" y="3447678"/>
            <a:ext cx="1219200" cy="369332"/>
          </a:xfrm>
          <a:prstGeom prst="rect">
            <a:avLst/>
          </a:prstGeom>
          <a:solidFill>
            <a:schemeClr val="tx2">
              <a:lumMod val="10000"/>
              <a:lumOff val="90000"/>
            </a:schemeClr>
          </a:solidFill>
        </p:spPr>
        <p:txBody>
          <a:bodyPr wrap="square" rtlCol="0">
            <a:spAutoFit/>
          </a:bodyPr>
          <a:lstStyle/>
          <a:p>
            <a:r>
              <a:rPr lang="en-US" dirty="0"/>
              <a:t>PDU Link</a:t>
            </a:r>
          </a:p>
        </p:txBody>
      </p:sp>
      <p:sp>
        <p:nvSpPr>
          <p:cNvPr id="32" name="TextBox 31">
            <a:extLst>
              <a:ext uri="{FF2B5EF4-FFF2-40B4-BE49-F238E27FC236}">
                <a16:creationId xmlns:a16="http://schemas.microsoft.com/office/drawing/2014/main" id="{219C8ACC-E741-14A3-92D2-12736EB6F479}"/>
              </a:ext>
            </a:extLst>
          </p:cNvPr>
          <p:cNvSpPr txBox="1"/>
          <p:nvPr/>
        </p:nvSpPr>
        <p:spPr>
          <a:xfrm>
            <a:off x="5509260" y="4741036"/>
            <a:ext cx="1219200" cy="369332"/>
          </a:xfrm>
          <a:prstGeom prst="rect">
            <a:avLst/>
          </a:prstGeom>
          <a:solidFill>
            <a:schemeClr val="tx2">
              <a:lumMod val="10000"/>
              <a:lumOff val="90000"/>
            </a:schemeClr>
          </a:solidFill>
        </p:spPr>
        <p:txBody>
          <a:bodyPr wrap="square" rtlCol="0">
            <a:spAutoFit/>
          </a:bodyPr>
          <a:lstStyle/>
          <a:p>
            <a:r>
              <a:rPr lang="en-US" dirty="0"/>
              <a:t>PDU Link</a:t>
            </a:r>
          </a:p>
        </p:txBody>
      </p:sp>
      <p:cxnSp>
        <p:nvCxnSpPr>
          <p:cNvPr id="33" name="Straight Arrow Connector 32">
            <a:extLst>
              <a:ext uri="{FF2B5EF4-FFF2-40B4-BE49-F238E27FC236}">
                <a16:creationId xmlns:a16="http://schemas.microsoft.com/office/drawing/2014/main" id="{1F0DD0C3-C486-8ED3-5EE4-52165F78E8E2}"/>
              </a:ext>
            </a:extLst>
          </p:cNvPr>
          <p:cNvCxnSpPr/>
          <p:nvPr/>
        </p:nvCxnSpPr>
        <p:spPr>
          <a:xfrm>
            <a:off x="5486400" y="2743200"/>
            <a:ext cx="1219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A803FC1C-2C86-7162-A93C-38DEA79BE74B}"/>
              </a:ext>
            </a:extLst>
          </p:cNvPr>
          <p:cNvCxnSpPr/>
          <p:nvPr/>
        </p:nvCxnSpPr>
        <p:spPr>
          <a:xfrm>
            <a:off x="5503164" y="3962400"/>
            <a:ext cx="1219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EE198587-F8F1-F76A-362B-1062B76E21A4}"/>
              </a:ext>
            </a:extLst>
          </p:cNvPr>
          <p:cNvCxnSpPr/>
          <p:nvPr/>
        </p:nvCxnSpPr>
        <p:spPr>
          <a:xfrm>
            <a:off x="5503164" y="5257800"/>
            <a:ext cx="1219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56C9599-0163-CDF5-F5FD-25D8A62604F8}"/>
              </a:ext>
            </a:extLst>
          </p:cNvPr>
          <p:cNvSpPr txBox="1"/>
          <p:nvPr/>
        </p:nvSpPr>
        <p:spPr>
          <a:xfrm>
            <a:off x="5719320" y="2845820"/>
            <a:ext cx="720069" cy="369332"/>
          </a:xfrm>
          <a:prstGeom prst="rect">
            <a:avLst/>
          </a:prstGeom>
          <a:noFill/>
        </p:spPr>
        <p:txBody>
          <a:bodyPr wrap="none" rtlCol="0">
            <a:spAutoFit/>
          </a:bodyPr>
          <a:lstStyle/>
          <a:p>
            <a:r>
              <a:rPr lang="en-US" dirty="0"/>
              <a:t>PDUs</a:t>
            </a:r>
          </a:p>
        </p:txBody>
      </p:sp>
      <p:sp>
        <p:nvSpPr>
          <p:cNvPr id="43" name="TextBox 42">
            <a:extLst>
              <a:ext uri="{FF2B5EF4-FFF2-40B4-BE49-F238E27FC236}">
                <a16:creationId xmlns:a16="http://schemas.microsoft.com/office/drawing/2014/main" id="{7D8A3BD4-25D1-32DD-E457-4EC17D44DDF1}"/>
              </a:ext>
            </a:extLst>
          </p:cNvPr>
          <p:cNvSpPr txBox="1"/>
          <p:nvPr/>
        </p:nvSpPr>
        <p:spPr>
          <a:xfrm>
            <a:off x="5704332" y="4063316"/>
            <a:ext cx="720069" cy="369332"/>
          </a:xfrm>
          <a:prstGeom prst="rect">
            <a:avLst/>
          </a:prstGeom>
          <a:noFill/>
        </p:spPr>
        <p:txBody>
          <a:bodyPr wrap="none" rtlCol="0">
            <a:spAutoFit/>
          </a:bodyPr>
          <a:lstStyle/>
          <a:p>
            <a:r>
              <a:rPr lang="en-US" dirty="0"/>
              <a:t>PDUs</a:t>
            </a:r>
          </a:p>
        </p:txBody>
      </p:sp>
      <p:sp>
        <p:nvSpPr>
          <p:cNvPr id="44" name="TextBox 43">
            <a:extLst>
              <a:ext uri="{FF2B5EF4-FFF2-40B4-BE49-F238E27FC236}">
                <a16:creationId xmlns:a16="http://schemas.microsoft.com/office/drawing/2014/main" id="{E1BFC8DB-BED7-77DD-38A1-24F5F28DE22D}"/>
              </a:ext>
            </a:extLst>
          </p:cNvPr>
          <p:cNvSpPr txBox="1"/>
          <p:nvPr/>
        </p:nvSpPr>
        <p:spPr>
          <a:xfrm>
            <a:off x="5663841" y="5388188"/>
            <a:ext cx="720069" cy="369332"/>
          </a:xfrm>
          <a:prstGeom prst="rect">
            <a:avLst/>
          </a:prstGeom>
          <a:noFill/>
        </p:spPr>
        <p:txBody>
          <a:bodyPr wrap="none" rtlCol="0">
            <a:spAutoFit/>
          </a:bodyPr>
          <a:lstStyle/>
          <a:p>
            <a:r>
              <a:rPr lang="en-US" dirty="0"/>
              <a:t>PDUs</a:t>
            </a:r>
          </a:p>
        </p:txBody>
      </p:sp>
      <p:sp>
        <p:nvSpPr>
          <p:cNvPr id="45" name="TextBox 44">
            <a:extLst>
              <a:ext uri="{FF2B5EF4-FFF2-40B4-BE49-F238E27FC236}">
                <a16:creationId xmlns:a16="http://schemas.microsoft.com/office/drawing/2014/main" id="{A2AB580D-85A2-918D-1D19-2088E6D9BC6B}"/>
              </a:ext>
            </a:extLst>
          </p:cNvPr>
          <p:cNvSpPr txBox="1"/>
          <p:nvPr/>
        </p:nvSpPr>
        <p:spPr>
          <a:xfrm>
            <a:off x="7054596" y="2916412"/>
            <a:ext cx="1084080" cy="369332"/>
          </a:xfrm>
          <a:prstGeom prst="rect">
            <a:avLst/>
          </a:prstGeom>
          <a:solidFill>
            <a:schemeClr val="bg1"/>
          </a:solidFill>
        </p:spPr>
        <p:txBody>
          <a:bodyPr wrap="square" rtlCol="0">
            <a:spAutoFit/>
          </a:bodyPr>
          <a:lstStyle/>
          <a:p>
            <a:r>
              <a:rPr lang="en-US" dirty="0"/>
              <a:t>SDU Link</a:t>
            </a:r>
          </a:p>
        </p:txBody>
      </p:sp>
      <p:sp>
        <p:nvSpPr>
          <p:cNvPr id="46" name="TextBox 45">
            <a:extLst>
              <a:ext uri="{FF2B5EF4-FFF2-40B4-BE49-F238E27FC236}">
                <a16:creationId xmlns:a16="http://schemas.microsoft.com/office/drawing/2014/main" id="{E06C7714-9494-BCC7-BDBE-197D3E8B767D}"/>
              </a:ext>
            </a:extLst>
          </p:cNvPr>
          <p:cNvSpPr txBox="1"/>
          <p:nvPr/>
        </p:nvSpPr>
        <p:spPr>
          <a:xfrm>
            <a:off x="7031724" y="4191000"/>
            <a:ext cx="1084080" cy="369332"/>
          </a:xfrm>
          <a:prstGeom prst="rect">
            <a:avLst/>
          </a:prstGeom>
          <a:solidFill>
            <a:schemeClr val="bg1"/>
          </a:solidFill>
        </p:spPr>
        <p:txBody>
          <a:bodyPr wrap="square" rtlCol="0">
            <a:spAutoFit/>
          </a:bodyPr>
          <a:lstStyle/>
          <a:p>
            <a:r>
              <a:rPr lang="en-US" dirty="0"/>
              <a:t>SDU Link</a:t>
            </a:r>
          </a:p>
        </p:txBody>
      </p:sp>
      <p:sp>
        <p:nvSpPr>
          <p:cNvPr id="47" name="TextBox 46">
            <a:extLst>
              <a:ext uri="{FF2B5EF4-FFF2-40B4-BE49-F238E27FC236}">
                <a16:creationId xmlns:a16="http://schemas.microsoft.com/office/drawing/2014/main" id="{3EF27AEC-889F-FDA6-78F8-780F39085F34}"/>
              </a:ext>
            </a:extLst>
          </p:cNvPr>
          <p:cNvSpPr txBox="1"/>
          <p:nvPr/>
        </p:nvSpPr>
        <p:spPr>
          <a:xfrm>
            <a:off x="4027920" y="4185340"/>
            <a:ext cx="1084080" cy="369332"/>
          </a:xfrm>
          <a:prstGeom prst="rect">
            <a:avLst/>
          </a:prstGeom>
          <a:solidFill>
            <a:schemeClr val="bg1"/>
          </a:solidFill>
        </p:spPr>
        <p:txBody>
          <a:bodyPr wrap="square" rtlCol="0">
            <a:spAutoFit/>
          </a:bodyPr>
          <a:lstStyle/>
          <a:p>
            <a:r>
              <a:rPr lang="en-US" dirty="0"/>
              <a:t>SDU Link</a:t>
            </a:r>
          </a:p>
        </p:txBody>
      </p:sp>
      <p:sp>
        <p:nvSpPr>
          <p:cNvPr id="48" name="TextBox 47">
            <a:extLst>
              <a:ext uri="{FF2B5EF4-FFF2-40B4-BE49-F238E27FC236}">
                <a16:creationId xmlns:a16="http://schemas.microsoft.com/office/drawing/2014/main" id="{8A641F42-8EB4-6253-CDC3-CED9B2D2A4C8}"/>
              </a:ext>
            </a:extLst>
          </p:cNvPr>
          <p:cNvSpPr txBox="1"/>
          <p:nvPr/>
        </p:nvSpPr>
        <p:spPr>
          <a:xfrm>
            <a:off x="4015224" y="2912538"/>
            <a:ext cx="1084080" cy="369332"/>
          </a:xfrm>
          <a:prstGeom prst="rect">
            <a:avLst/>
          </a:prstGeom>
          <a:solidFill>
            <a:schemeClr val="bg1"/>
          </a:solidFill>
        </p:spPr>
        <p:txBody>
          <a:bodyPr wrap="square" rtlCol="0">
            <a:spAutoFit/>
          </a:bodyPr>
          <a:lstStyle/>
          <a:p>
            <a:r>
              <a:rPr lang="en-US" dirty="0"/>
              <a:t>SDU Link</a:t>
            </a:r>
          </a:p>
        </p:txBody>
      </p:sp>
      <p:sp>
        <p:nvSpPr>
          <p:cNvPr id="50" name="TextBox 49">
            <a:extLst>
              <a:ext uri="{FF2B5EF4-FFF2-40B4-BE49-F238E27FC236}">
                <a16:creationId xmlns:a16="http://schemas.microsoft.com/office/drawing/2014/main" id="{D8B563DA-FE15-4C82-7C29-7B88B12CBE57}"/>
              </a:ext>
            </a:extLst>
          </p:cNvPr>
          <p:cNvSpPr txBox="1"/>
          <p:nvPr/>
        </p:nvSpPr>
        <p:spPr>
          <a:xfrm>
            <a:off x="9601200" y="1410962"/>
            <a:ext cx="2425279" cy="2862322"/>
          </a:xfrm>
          <a:prstGeom prst="rect">
            <a:avLst/>
          </a:prstGeom>
          <a:noFill/>
        </p:spPr>
        <p:txBody>
          <a:bodyPr wrap="square" rtlCol="0">
            <a:spAutoFit/>
          </a:bodyPr>
          <a:lstStyle/>
          <a:p>
            <a:r>
              <a:rPr lang="en-US" dirty="0"/>
              <a:t>Protocol entities in different hosts exchange Protocol Data Units (PDUs) of the protocol.</a:t>
            </a:r>
          </a:p>
          <a:p>
            <a:endParaRPr lang="en-US" dirty="0"/>
          </a:p>
          <a:p>
            <a:r>
              <a:rPr lang="en-US" dirty="0"/>
              <a:t>PDU Link is the connector type between such protocol entities</a:t>
            </a:r>
          </a:p>
        </p:txBody>
      </p:sp>
    </p:spTree>
    <p:extLst>
      <p:ext uri="{BB962C8B-B14F-4D97-AF65-F5344CB8AC3E}">
        <p14:creationId xmlns:p14="http://schemas.microsoft.com/office/powerpoint/2010/main" val="2169907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A4A6B-C34E-5D46-F336-C3BAF5392889}"/>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0A484555-F454-D3AE-F345-2605155F6564}"/>
              </a:ext>
            </a:extLst>
          </p:cNvPr>
          <p:cNvSpPr/>
          <p:nvPr/>
        </p:nvSpPr>
        <p:spPr>
          <a:xfrm>
            <a:off x="7048500" y="1294843"/>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2</a:t>
            </a:r>
          </a:p>
        </p:txBody>
      </p:sp>
      <p:sp>
        <p:nvSpPr>
          <p:cNvPr id="27" name="Rectangle 26">
            <a:extLst>
              <a:ext uri="{FF2B5EF4-FFF2-40B4-BE49-F238E27FC236}">
                <a16:creationId xmlns:a16="http://schemas.microsoft.com/office/drawing/2014/main" id="{B4C8E1C4-CA13-6E5A-1D18-0479F3A2FCC5}"/>
              </a:ext>
            </a:extLst>
          </p:cNvPr>
          <p:cNvSpPr/>
          <p:nvPr/>
        </p:nvSpPr>
        <p:spPr>
          <a:xfrm>
            <a:off x="2819400" y="1273507"/>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Host 1</a:t>
            </a:r>
          </a:p>
        </p:txBody>
      </p:sp>
      <p:sp>
        <p:nvSpPr>
          <p:cNvPr id="5" name="Title 4">
            <a:extLst>
              <a:ext uri="{FF2B5EF4-FFF2-40B4-BE49-F238E27FC236}">
                <a16:creationId xmlns:a16="http://schemas.microsoft.com/office/drawing/2014/main" id="{B74848D1-B581-7425-3D0B-B610D87C3ED5}"/>
              </a:ext>
            </a:extLst>
          </p:cNvPr>
          <p:cNvSpPr>
            <a:spLocks noGrp="1"/>
          </p:cNvSpPr>
          <p:nvPr>
            <p:ph type="title"/>
          </p:nvPr>
        </p:nvSpPr>
        <p:spPr/>
        <p:txBody>
          <a:bodyPr>
            <a:normAutofit fontScale="90000"/>
          </a:bodyPr>
          <a:lstStyle/>
          <a:p>
            <a:r>
              <a:rPr lang="en-US" dirty="0"/>
              <a:t>Key Concepts</a:t>
            </a:r>
          </a:p>
        </p:txBody>
      </p:sp>
      <p:sp>
        <p:nvSpPr>
          <p:cNvPr id="56" name="Footer Placeholder 55">
            <a:extLst>
              <a:ext uri="{FF2B5EF4-FFF2-40B4-BE49-F238E27FC236}">
                <a16:creationId xmlns:a16="http://schemas.microsoft.com/office/drawing/2014/main" id="{6E32A9B4-1833-A7C2-33A5-788C843679C4}"/>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E7E2FD4A-C055-FE22-3695-58393A582ED0}"/>
              </a:ext>
            </a:extLst>
          </p:cNvPr>
          <p:cNvSpPr>
            <a:spLocks noGrp="1"/>
          </p:cNvSpPr>
          <p:nvPr>
            <p:ph type="sldNum" sz="quarter" idx="11"/>
          </p:nvPr>
        </p:nvSpPr>
        <p:spPr/>
        <p:txBody>
          <a:bodyPr/>
          <a:lstStyle/>
          <a:p>
            <a:pPr>
              <a:defRPr/>
            </a:pPr>
            <a:fld id="{172905B5-BF71-8640-BDE2-B898E074B20C}" type="slidenum">
              <a:rPr lang="en-US" altLang="en-US" smtClean="0"/>
              <a:pPr>
                <a:defRPr/>
              </a:pPr>
              <a:t>10</a:t>
            </a:fld>
            <a:endParaRPr lang="en-US" altLang="en-US"/>
          </a:p>
        </p:txBody>
      </p:sp>
      <p:pic>
        <p:nvPicPr>
          <p:cNvPr id="2" name="Picture 1">
            <a:extLst>
              <a:ext uri="{FF2B5EF4-FFF2-40B4-BE49-F238E27FC236}">
                <a16:creationId xmlns:a16="http://schemas.microsoft.com/office/drawing/2014/main" id="{E3B4BC5C-471C-142D-8EEB-28D5A2D48A55}"/>
              </a:ext>
            </a:extLst>
          </p:cNvPr>
          <p:cNvPicPr>
            <a:picLocks noChangeAspect="1"/>
          </p:cNvPicPr>
          <p:nvPr/>
        </p:nvPicPr>
        <p:blipFill>
          <a:blip r:embed="rId2"/>
          <a:stretch>
            <a:fillRect/>
          </a:stretch>
        </p:blipFill>
        <p:spPr>
          <a:xfrm>
            <a:off x="1676400" y="1524000"/>
            <a:ext cx="7772400" cy="4529073"/>
          </a:xfrm>
          <a:prstGeom prst="rect">
            <a:avLst/>
          </a:prstGeom>
        </p:spPr>
      </p:pic>
      <p:sp>
        <p:nvSpPr>
          <p:cNvPr id="6" name="Rectangle 5">
            <a:extLst>
              <a:ext uri="{FF2B5EF4-FFF2-40B4-BE49-F238E27FC236}">
                <a16:creationId xmlns:a16="http://schemas.microsoft.com/office/drawing/2014/main" id="{ACFD3EA7-783F-51A3-0930-6F1236C2613A}"/>
              </a:ext>
            </a:extLst>
          </p:cNvPr>
          <p:cNvSpPr/>
          <p:nvPr/>
        </p:nvSpPr>
        <p:spPr>
          <a:xfrm>
            <a:off x="3124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7" name="Rectangle 6">
            <a:extLst>
              <a:ext uri="{FF2B5EF4-FFF2-40B4-BE49-F238E27FC236}">
                <a16:creationId xmlns:a16="http://schemas.microsoft.com/office/drawing/2014/main" id="{7B2E28DD-2B78-43A8-6AC1-C8803C4CC7DB}"/>
              </a:ext>
            </a:extLst>
          </p:cNvPr>
          <p:cNvSpPr/>
          <p:nvPr/>
        </p:nvSpPr>
        <p:spPr>
          <a:xfrm>
            <a:off x="7315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8" name="Rectangle 7">
            <a:extLst>
              <a:ext uri="{FF2B5EF4-FFF2-40B4-BE49-F238E27FC236}">
                <a16:creationId xmlns:a16="http://schemas.microsoft.com/office/drawing/2014/main" id="{95658804-4F2E-88C1-8E4F-9DD796079C54}"/>
              </a:ext>
            </a:extLst>
          </p:cNvPr>
          <p:cNvSpPr/>
          <p:nvPr/>
        </p:nvSpPr>
        <p:spPr>
          <a:xfrm>
            <a:off x="3048000" y="3505200"/>
            <a:ext cx="18288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9" name="Rectangle 8">
            <a:extLst>
              <a:ext uri="{FF2B5EF4-FFF2-40B4-BE49-F238E27FC236}">
                <a16:creationId xmlns:a16="http://schemas.microsoft.com/office/drawing/2014/main" id="{0C8F3902-7053-394D-EE09-E20840BE23EF}"/>
              </a:ext>
            </a:extLst>
          </p:cNvPr>
          <p:cNvSpPr/>
          <p:nvPr/>
        </p:nvSpPr>
        <p:spPr>
          <a:xfrm>
            <a:off x="7315200" y="3505200"/>
            <a:ext cx="17526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3" name="Rectangle 12">
            <a:extLst>
              <a:ext uri="{FF2B5EF4-FFF2-40B4-BE49-F238E27FC236}">
                <a16:creationId xmlns:a16="http://schemas.microsoft.com/office/drawing/2014/main" id="{EE713B83-D7DE-AF4B-460E-83E9E30FD311}"/>
              </a:ext>
            </a:extLst>
          </p:cNvPr>
          <p:cNvSpPr/>
          <p:nvPr/>
        </p:nvSpPr>
        <p:spPr>
          <a:xfrm>
            <a:off x="3124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4" name="Rectangle 13">
            <a:extLst>
              <a:ext uri="{FF2B5EF4-FFF2-40B4-BE49-F238E27FC236}">
                <a16:creationId xmlns:a16="http://schemas.microsoft.com/office/drawing/2014/main" id="{EB4C16D3-4B6E-F35B-B2B6-2497AB36D638}"/>
              </a:ext>
            </a:extLst>
          </p:cNvPr>
          <p:cNvSpPr/>
          <p:nvPr/>
        </p:nvSpPr>
        <p:spPr>
          <a:xfrm>
            <a:off x="7315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Protocol Entity</a:t>
            </a:r>
          </a:p>
        </p:txBody>
      </p:sp>
      <p:sp>
        <p:nvSpPr>
          <p:cNvPr id="15" name="Rectangle 14">
            <a:extLst>
              <a:ext uri="{FF2B5EF4-FFF2-40B4-BE49-F238E27FC236}">
                <a16:creationId xmlns:a16="http://schemas.microsoft.com/office/drawing/2014/main" id="{80F0DE5D-E384-86BE-9A77-934E9A9A354C}"/>
              </a:ext>
            </a:extLst>
          </p:cNvPr>
          <p:cNvSpPr/>
          <p:nvPr/>
        </p:nvSpPr>
        <p:spPr>
          <a:xfrm>
            <a:off x="8153400" y="27432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FF00249-A89C-9615-D3AE-6622F292C7D0}"/>
              </a:ext>
            </a:extLst>
          </p:cNvPr>
          <p:cNvSpPr/>
          <p:nvPr/>
        </p:nvSpPr>
        <p:spPr>
          <a:xfrm>
            <a:off x="8153400" y="40386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FA2FA66-5608-9DEE-234D-90F4318AA6C4}"/>
              </a:ext>
            </a:extLst>
          </p:cNvPr>
          <p:cNvSpPr/>
          <p:nvPr/>
        </p:nvSpPr>
        <p:spPr>
          <a:xfrm>
            <a:off x="3924300" y="2747644"/>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A8D7B9-9B70-2129-D5B9-73A158BD8763}"/>
              </a:ext>
            </a:extLst>
          </p:cNvPr>
          <p:cNvSpPr/>
          <p:nvPr/>
        </p:nvSpPr>
        <p:spPr>
          <a:xfrm>
            <a:off x="3931920" y="4046918"/>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E36043B-9171-F222-6D40-9117AC6FC138}"/>
              </a:ext>
            </a:extLst>
          </p:cNvPr>
          <p:cNvSpPr/>
          <p:nvPr/>
        </p:nvSpPr>
        <p:spPr>
          <a:xfrm>
            <a:off x="7924800" y="3352800"/>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0" name="Rectangle 19">
            <a:extLst>
              <a:ext uri="{FF2B5EF4-FFF2-40B4-BE49-F238E27FC236}">
                <a16:creationId xmlns:a16="http://schemas.microsoft.com/office/drawing/2014/main" id="{032A2C10-A356-22C6-B23B-CA2BF47FAD3B}"/>
              </a:ext>
            </a:extLst>
          </p:cNvPr>
          <p:cNvSpPr/>
          <p:nvPr/>
        </p:nvSpPr>
        <p:spPr>
          <a:xfrm>
            <a:off x="3665220" y="2132204"/>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1" name="Rectangle 20">
            <a:extLst>
              <a:ext uri="{FF2B5EF4-FFF2-40B4-BE49-F238E27FC236}">
                <a16:creationId xmlns:a16="http://schemas.microsoft.com/office/drawing/2014/main" id="{B145E53B-E922-DCDE-78DF-2F9B46ACB891}"/>
              </a:ext>
            </a:extLst>
          </p:cNvPr>
          <p:cNvSpPr/>
          <p:nvPr/>
        </p:nvSpPr>
        <p:spPr>
          <a:xfrm>
            <a:off x="3733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2" name="Rectangle 21">
            <a:extLst>
              <a:ext uri="{FF2B5EF4-FFF2-40B4-BE49-F238E27FC236}">
                <a16:creationId xmlns:a16="http://schemas.microsoft.com/office/drawing/2014/main" id="{22C7EBB5-84FB-1669-064F-971368B48C77}"/>
              </a:ext>
            </a:extLst>
          </p:cNvPr>
          <p:cNvSpPr/>
          <p:nvPr/>
        </p:nvSpPr>
        <p:spPr>
          <a:xfrm>
            <a:off x="7924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3" name="Rectangle 22">
            <a:extLst>
              <a:ext uri="{FF2B5EF4-FFF2-40B4-BE49-F238E27FC236}">
                <a16:creationId xmlns:a16="http://schemas.microsoft.com/office/drawing/2014/main" id="{6F6E0683-7F9A-23D4-A29F-AE62B5ACF006}"/>
              </a:ext>
            </a:extLst>
          </p:cNvPr>
          <p:cNvSpPr/>
          <p:nvPr/>
        </p:nvSpPr>
        <p:spPr>
          <a:xfrm>
            <a:off x="7906512" y="21252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5" name="Rectangle 24">
            <a:extLst>
              <a:ext uri="{FF2B5EF4-FFF2-40B4-BE49-F238E27FC236}">
                <a16:creationId xmlns:a16="http://schemas.microsoft.com/office/drawing/2014/main" id="{C7F447C1-261F-1F9C-4113-ADDE9578A913}"/>
              </a:ext>
            </a:extLst>
          </p:cNvPr>
          <p:cNvSpPr/>
          <p:nvPr/>
        </p:nvSpPr>
        <p:spPr>
          <a:xfrm>
            <a:off x="3657600" y="33397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cxnSp>
        <p:nvCxnSpPr>
          <p:cNvPr id="28" name="Straight Arrow Connector 27">
            <a:extLst>
              <a:ext uri="{FF2B5EF4-FFF2-40B4-BE49-F238E27FC236}">
                <a16:creationId xmlns:a16="http://schemas.microsoft.com/office/drawing/2014/main" id="{6BEABC9E-0F58-C13F-F334-7EA8B653F152}"/>
              </a:ext>
            </a:extLst>
          </p:cNvPr>
          <p:cNvCxnSpPr>
            <a:cxnSpLocks/>
          </p:cNvCxnSpPr>
          <p:nvPr/>
        </p:nvCxnSpPr>
        <p:spPr>
          <a:xfrm flipV="1">
            <a:off x="8305800"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737AFCCB-9EE8-B428-6715-731A59A179BC}"/>
              </a:ext>
            </a:extLst>
          </p:cNvPr>
          <p:cNvSpPr txBox="1"/>
          <p:nvPr/>
        </p:nvSpPr>
        <p:spPr>
          <a:xfrm>
            <a:off x="8299710" y="2907268"/>
            <a:ext cx="715260" cy="369332"/>
          </a:xfrm>
          <a:prstGeom prst="rect">
            <a:avLst/>
          </a:prstGeom>
          <a:noFill/>
        </p:spPr>
        <p:txBody>
          <a:bodyPr wrap="none" rtlCol="0">
            <a:spAutoFit/>
          </a:bodyPr>
          <a:lstStyle/>
          <a:p>
            <a:r>
              <a:rPr lang="en-US" dirty="0"/>
              <a:t>SDUs</a:t>
            </a:r>
          </a:p>
        </p:txBody>
      </p:sp>
      <p:cxnSp>
        <p:nvCxnSpPr>
          <p:cNvPr id="34" name="Straight Arrow Connector 33">
            <a:extLst>
              <a:ext uri="{FF2B5EF4-FFF2-40B4-BE49-F238E27FC236}">
                <a16:creationId xmlns:a16="http://schemas.microsoft.com/office/drawing/2014/main" id="{E96D66A7-0EA7-7F5C-3932-0AA0CD381811}"/>
              </a:ext>
            </a:extLst>
          </p:cNvPr>
          <p:cNvCxnSpPr>
            <a:cxnSpLocks/>
          </p:cNvCxnSpPr>
          <p:nvPr/>
        </p:nvCxnSpPr>
        <p:spPr>
          <a:xfrm flipV="1">
            <a:off x="829716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06839680-D20D-BE96-CBDA-E5B97CC773CE}"/>
              </a:ext>
            </a:extLst>
          </p:cNvPr>
          <p:cNvSpPr txBox="1"/>
          <p:nvPr/>
        </p:nvSpPr>
        <p:spPr>
          <a:xfrm>
            <a:off x="8291070" y="4219304"/>
            <a:ext cx="715260" cy="369332"/>
          </a:xfrm>
          <a:prstGeom prst="rect">
            <a:avLst/>
          </a:prstGeom>
          <a:noFill/>
        </p:spPr>
        <p:txBody>
          <a:bodyPr wrap="none" rtlCol="0">
            <a:spAutoFit/>
          </a:bodyPr>
          <a:lstStyle/>
          <a:p>
            <a:r>
              <a:rPr lang="en-US" dirty="0"/>
              <a:t>SDUs</a:t>
            </a:r>
          </a:p>
        </p:txBody>
      </p:sp>
      <p:cxnSp>
        <p:nvCxnSpPr>
          <p:cNvPr id="36" name="Straight Arrow Connector 35">
            <a:extLst>
              <a:ext uri="{FF2B5EF4-FFF2-40B4-BE49-F238E27FC236}">
                <a16:creationId xmlns:a16="http://schemas.microsoft.com/office/drawing/2014/main" id="{8ADE3116-CD75-D261-209B-B138BBD8A690}"/>
              </a:ext>
            </a:extLst>
          </p:cNvPr>
          <p:cNvCxnSpPr>
            <a:cxnSpLocks/>
          </p:cNvCxnSpPr>
          <p:nvPr/>
        </p:nvCxnSpPr>
        <p:spPr>
          <a:xfrm flipV="1">
            <a:off x="381000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3FD52784-F139-778D-8AFD-58077509175E}"/>
              </a:ext>
            </a:extLst>
          </p:cNvPr>
          <p:cNvSpPr txBox="1"/>
          <p:nvPr/>
        </p:nvSpPr>
        <p:spPr>
          <a:xfrm>
            <a:off x="3147570" y="2916412"/>
            <a:ext cx="715260" cy="369332"/>
          </a:xfrm>
          <a:prstGeom prst="rect">
            <a:avLst/>
          </a:prstGeom>
          <a:noFill/>
        </p:spPr>
        <p:txBody>
          <a:bodyPr wrap="none" rtlCol="0">
            <a:spAutoFit/>
          </a:bodyPr>
          <a:lstStyle/>
          <a:p>
            <a:r>
              <a:rPr lang="en-US" dirty="0"/>
              <a:t>SDUs</a:t>
            </a:r>
          </a:p>
        </p:txBody>
      </p:sp>
      <p:cxnSp>
        <p:nvCxnSpPr>
          <p:cNvPr id="38" name="Straight Arrow Connector 37">
            <a:extLst>
              <a:ext uri="{FF2B5EF4-FFF2-40B4-BE49-F238E27FC236}">
                <a16:creationId xmlns:a16="http://schemas.microsoft.com/office/drawing/2014/main" id="{21A25575-5563-8F1D-7C03-AAD2140E4CA5}"/>
              </a:ext>
            </a:extLst>
          </p:cNvPr>
          <p:cNvCxnSpPr>
            <a:cxnSpLocks/>
          </p:cNvCxnSpPr>
          <p:nvPr/>
        </p:nvCxnSpPr>
        <p:spPr>
          <a:xfrm flipV="1">
            <a:off x="3828288"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F6193619-0084-71B9-8997-58F36DE8472E}"/>
              </a:ext>
            </a:extLst>
          </p:cNvPr>
          <p:cNvSpPr txBox="1"/>
          <p:nvPr/>
        </p:nvSpPr>
        <p:spPr>
          <a:xfrm>
            <a:off x="3147570" y="4220287"/>
            <a:ext cx="715260" cy="369332"/>
          </a:xfrm>
          <a:prstGeom prst="rect">
            <a:avLst/>
          </a:prstGeom>
          <a:noFill/>
        </p:spPr>
        <p:txBody>
          <a:bodyPr wrap="none" rtlCol="0">
            <a:spAutoFit/>
          </a:bodyPr>
          <a:lstStyle/>
          <a:p>
            <a:r>
              <a:rPr lang="en-US" dirty="0"/>
              <a:t>SDUs</a:t>
            </a:r>
          </a:p>
        </p:txBody>
      </p:sp>
      <p:sp>
        <p:nvSpPr>
          <p:cNvPr id="10" name="Rectangle 9">
            <a:extLst>
              <a:ext uri="{FF2B5EF4-FFF2-40B4-BE49-F238E27FC236}">
                <a16:creationId xmlns:a16="http://schemas.microsoft.com/office/drawing/2014/main" id="{91B9968C-1AA3-7991-979C-562C960C69B5}"/>
              </a:ext>
            </a:extLst>
          </p:cNvPr>
          <p:cNvSpPr/>
          <p:nvPr/>
        </p:nvSpPr>
        <p:spPr>
          <a:xfrm>
            <a:off x="4876800" y="2590800"/>
            <a:ext cx="2438400" cy="45719"/>
          </a:xfrm>
          <a:prstGeom prst="rect">
            <a:avLst/>
          </a:prstGeom>
          <a:solidFill>
            <a:srgbClr val="0070C0"/>
          </a:solidFill>
          <a:ln>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F6F0FF1-1835-D4C5-173F-E1E2C4BF72A8}"/>
              </a:ext>
            </a:extLst>
          </p:cNvPr>
          <p:cNvSpPr/>
          <p:nvPr/>
        </p:nvSpPr>
        <p:spPr>
          <a:xfrm>
            <a:off x="4885182" y="3853580"/>
            <a:ext cx="2438400" cy="45719"/>
          </a:xfrm>
          <a:prstGeom prst="rect">
            <a:avLst/>
          </a:prstGeom>
          <a:solidFill>
            <a:srgbClr val="0070C0"/>
          </a:solidFill>
          <a:ln>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DC3799-FFDE-C7A6-ED4F-02F96A66221C}"/>
              </a:ext>
            </a:extLst>
          </p:cNvPr>
          <p:cNvSpPr/>
          <p:nvPr/>
        </p:nvSpPr>
        <p:spPr>
          <a:xfrm>
            <a:off x="4893564" y="5116360"/>
            <a:ext cx="2438400" cy="45719"/>
          </a:xfrm>
          <a:prstGeom prst="rect">
            <a:avLst/>
          </a:prstGeom>
          <a:solidFill>
            <a:srgbClr val="0070C0"/>
          </a:solidFill>
          <a:ln>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3287898-C2A8-78E5-2000-1BD4361F9DB1}"/>
              </a:ext>
            </a:extLst>
          </p:cNvPr>
          <p:cNvSpPr txBox="1"/>
          <p:nvPr/>
        </p:nvSpPr>
        <p:spPr>
          <a:xfrm>
            <a:off x="5494782" y="2196212"/>
            <a:ext cx="1219200" cy="369332"/>
          </a:xfrm>
          <a:prstGeom prst="rect">
            <a:avLst/>
          </a:prstGeom>
          <a:solidFill>
            <a:schemeClr val="tx2">
              <a:lumMod val="10000"/>
              <a:lumOff val="90000"/>
            </a:schemeClr>
          </a:solidFill>
        </p:spPr>
        <p:txBody>
          <a:bodyPr wrap="square" rtlCol="0">
            <a:spAutoFit/>
          </a:bodyPr>
          <a:lstStyle/>
          <a:p>
            <a:r>
              <a:rPr lang="en-US" dirty="0"/>
              <a:t>PDU Link</a:t>
            </a:r>
          </a:p>
        </p:txBody>
      </p:sp>
      <p:sp>
        <p:nvSpPr>
          <p:cNvPr id="30" name="TextBox 29">
            <a:extLst>
              <a:ext uri="{FF2B5EF4-FFF2-40B4-BE49-F238E27FC236}">
                <a16:creationId xmlns:a16="http://schemas.microsoft.com/office/drawing/2014/main" id="{7F19A65E-67D0-8432-5A9B-FD3A3E1214DA}"/>
              </a:ext>
            </a:extLst>
          </p:cNvPr>
          <p:cNvSpPr txBox="1"/>
          <p:nvPr/>
        </p:nvSpPr>
        <p:spPr>
          <a:xfrm>
            <a:off x="5503164" y="3447678"/>
            <a:ext cx="1219200" cy="369332"/>
          </a:xfrm>
          <a:prstGeom prst="rect">
            <a:avLst/>
          </a:prstGeom>
          <a:solidFill>
            <a:schemeClr val="tx2">
              <a:lumMod val="10000"/>
              <a:lumOff val="90000"/>
            </a:schemeClr>
          </a:solidFill>
        </p:spPr>
        <p:txBody>
          <a:bodyPr wrap="square" rtlCol="0">
            <a:spAutoFit/>
          </a:bodyPr>
          <a:lstStyle/>
          <a:p>
            <a:r>
              <a:rPr lang="en-US" dirty="0"/>
              <a:t>PDU Link</a:t>
            </a:r>
          </a:p>
        </p:txBody>
      </p:sp>
      <p:sp>
        <p:nvSpPr>
          <p:cNvPr id="32" name="TextBox 31">
            <a:extLst>
              <a:ext uri="{FF2B5EF4-FFF2-40B4-BE49-F238E27FC236}">
                <a16:creationId xmlns:a16="http://schemas.microsoft.com/office/drawing/2014/main" id="{01F5FB4E-B3BC-A305-80DC-764874D338B8}"/>
              </a:ext>
            </a:extLst>
          </p:cNvPr>
          <p:cNvSpPr txBox="1"/>
          <p:nvPr/>
        </p:nvSpPr>
        <p:spPr>
          <a:xfrm>
            <a:off x="5509260" y="4741036"/>
            <a:ext cx="1219200" cy="369332"/>
          </a:xfrm>
          <a:prstGeom prst="rect">
            <a:avLst/>
          </a:prstGeom>
          <a:solidFill>
            <a:schemeClr val="tx2">
              <a:lumMod val="10000"/>
              <a:lumOff val="90000"/>
            </a:schemeClr>
          </a:solidFill>
        </p:spPr>
        <p:txBody>
          <a:bodyPr wrap="square" rtlCol="0">
            <a:spAutoFit/>
          </a:bodyPr>
          <a:lstStyle/>
          <a:p>
            <a:r>
              <a:rPr lang="en-US" dirty="0"/>
              <a:t>PDU Link</a:t>
            </a:r>
          </a:p>
        </p:txBody>
      </p:sp>
      <p:cxnSp>
        <p:nvCxnSpPr>
          <p:cNvPr id="33" name="Straight Arrow Connector 32">
            <a:extLst>
              <a:ext uri="{FF2B5EF4-FFF2-40B4-BE49-F238E27FC236}">
                <a16:creationId xmlns:a16="http://schemas.microsoft.com/office/drawing/2014/main" id="{F266BF37-7132-CEFF-C4A6-6DA677AEFE4E}"/>
              </a:ext>
            </a:extLst>
          </p:cNvPr>
          <p:cNvCxnSpPr/>
          <p:nvPr/>
        </p:nvCxnSpPr>
        <p:spPr>
          <a:xfrm>
            <a:off x="5486400" y="2743200"/>
            <a:ext cx="1219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40BA0A9C-75B3-3FE5-8634-E0E760993FD1}"/>
              </a:ext>
            </a:extLst>
          </p:cNvPr>
          <p:cNvCxnSpPr/>
          <p:nvPr/>
        </p:nvCxnSpPr>
        <p:spPr>
          <a:xfrm>
            <a:off x="5503164" y="3962400"/>
            <a:ext cx="1219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BEBF59F6-FF00-2147-851E-FFC63A79AC9C}"/>
              </a:ext>
            </a:extLst>
          </p:cNvPr>
          <p:cNvCxnSpPr/>
          <p:nvPr/>
        </p:nvCxnSpPr>
        <p:spPr>
          <a:xfrm>
            <a:off x="5503164" y="5257800"/>
            <a:ext cx="1219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3902CE78-B302-3292-B9EE-F47C3F57E96F}"/>
              </a:ext>
            </a:extLst>
          </p:cNvPr>
          <p:cNvSpPr txBox="1"/>
          <p:nvPr/>
        </p:nvSpPr>
        <p:spPr>
          <a:xfrm>
            <a:off x="5719320" y="2845820"/>
            <a:ext cx="720069" cy="369332"/>
          </a:xfrm>
          <a:prstGeom prst="rect">
            <a:avLst/>
          </a:prstGeom>
          <a:noFill/>
        </p:spPr>
        <p:txBody>
          <a:bodyPr wrap="none" rtlCol="0">
            <a:spAutoFit/>
          </a:bodyPr>
          <a:lstStyle/>
          <a:p>
            <a:r>
              <a:rPr lang="en-US" dirty="0"/>
              <a:t>PDUs</a:t>
            </a:r>
          </a:p>
        </p:txBody>
      </p:sp>
      <p:sp>
        <p:nvSpPr>
          <p:cNvPr id="43" name="TextBox 42">
            <a:extLst>
              <a:ext uri="{FF2B5EF4-FFF2-40B4-BE49-F238E27FC236}">
                <a16:creationId xmlns:a16="http://schemas.microsoft.com/office/drawing/2014/main" id="{E2907D48-F25A-3B89-0D58-983F29A943B0}"/>
              </a:ext>
            </a:extLst>
          </p:cNvPr>
          <p:cNvSpPr txBox="1"/>
          <p:nvPr/>
        </p:nvSpPr>
        <p:spPr>
          <a:xfrm>
            <a:off x="5704332" y="4063316"/>
            <a:ext cx="720069" cy="369332"/>
          </a:xfrm>
          <a:prstGeom prst="rect">
            <a:avLst/>
          </a:prstGeom>
          <a:noFill/>
        </p:spPr>
        <p:txBody>
          <a:bodyPr wrap="none" rtlCol="0">
            <a:spAutoFit/>
          </a:bodyPr>
          <a:lstStyle/>
          <a:p>
            <a:r>
              <a:rPr lang="en-US" dirty="0"/>
              <a:t>PDUs</a:t>
            </a:r>
          </a:p>
        </p:txBody>
      </p:sp>
      <p:sp>
        <p:nvSpPr>
          <p:cNvPr id="44" name="TextBox 43">
            <a:extLst>
              <a:ext uri="{FF2B5EF4-FFF2-40B4-BE49-F238E27FC236}">
                <a16:creationId xmlns:a16="http://schemas.microsoft.com/office/drawing/2014/main" id="{0211E4EA-E5EC-01D0-249B-592F18300311}"/>
              </a:ext>
            </a:extLst>
          </p:cNvPr>
          <p:cNvSpPr txBox="1"/>
          <p:nvPr/>
        </p:nvSpPr>
        <p:spPr>
          <a:xfrm>
            <a:off x="5663841" y="5388188"/>
            <a:ext cx="720069" cy="369332"/>
          </a:xfrm>
          <a:prstGeom prst="rect">
            <a:avLst/>
          </a:prstGeom>
          <a:noFill/>
        </p:spPr>
        <p:txBody>
          <a:bodyPr wrap="none" rtlCol="0">
            <a:spAutoFit/>
          </a:bodyPr>
          <a:lstStyle/>
          <a:p>
            <a:r>
              <a:rPr lang="en-US" dirty="0"/>
              <a:t>PDUs</a:t>
            </a:r>
          </a:p>
        </p:txBody>
      </p:sp>
      <p:sp>
        <p:nvSpPr>
          <p:cNvPr id="45" name="TextBox 44">
            <a:extLst>
              <a:ext uri="{FF2B5EF4-FFF2-40B4-BE49-F238E27FC236}">
                <a16:creationId xmlns:a16="http://schemas.microsoft.com/office/drawing/2014/main" id="{A8572A75-027D-57D7-18C0-52D8C7E2192D}"/>
              </a:ext>
            </a:extLst>
          </p:cNvPr>
          <p:cNvSpPr txBox="1"/>
          <p:nvPr/>
        </p:nvSpPr>
        <p:spPr>
          <a:xfrm>
            <a:off x="7054596" y="2916412"/>
            <a:ext cx="1084080" cy="369332"/>
          </a:xfrm>
          <a:prstGeom prst="rect">
            <a:avLst/>
          </a:prstGeom>
          <a:solidFill>
            <a:schemeClr val="bg1"/>
          </a:solidFill>
        </p:spPr>
        <p:txBody>
          <a:bodyPr wrap="square" rtlCol="0">
            <a:spAutoFit/>
          </a:bodyPr>
          <a:lstStyle/>
          <a:p>
            <a:r>
              <a:rPr lang="en-US" dirty="0"/>
              <a:t>SDU Link</a:t>
            </a:r>
          </a:p>
        </p:txBody>
      </p:sp>
      <p:sp>
        <p:nvSpPr>
          <p:cNvPr id="46" name="TextBox 45">
            <a:extLst>
              <a:ext uri="{FF2B5EF4-FFF2-40B4-BE49-F238E27FC236}">
                <a16:creationId xmlns:a16="http://schemas.microsoft.com/office/drawing/2014/main" id="{2789A08D-4A37-8DB8-BB81-A31DB4300E07}"/>
              </a:ext>
            </a:extLst>
          </p:cNvPr>
          <p:cNvSpPr txBox="1"/>
          <p:nvPr/>
        </p:nvSpPr>
        <p:spPr>
          <a:xfrm>
            <a:off x="7031724" y="4191000"/>
            <a:ext cx="1084080" cy="369332"/>
          </a:xfrm>
          <a:prstGeom prst="rect">
            <a:avLst/>
          </a:prstGeom>
          <a:solidFill>
            <a:schemeClr val="bg1"/>
          </a:solidFill>
        </p:spPr>
        <p:txBody>
          <a:bodyPr wrap="square" rtlCol="0">
            <a:spAutoFit/>
          </a:bodyPr>
          <a:lstStyle/>
          <a:p>
            <a:r>
              <a:rPr lang="en-US" dirty="0"/>
              <a:t>SDU Link</a:t>
            </a:r>
          </a:p>
        </p:txBody>
      </p:sp>
      <p:sp>
        <p:nvSpPr>
          <p:cNvPr id="47" name="TextBox 46">
            <a:extLst>
              <a:ext uri="{FF2B5EF4-FFF2-40B4-BE49-F238E27FC236}">
                <a16:creationId xmlns:a16="http://schemas.microsoft.com/office/drawing/2014/main" id="{251203F6-340A-A00A-DA79-4C84892D4069}"/>
              </a:ext>
            </a:extLst>
          </p:cNvPr>
          <p:cNvSpPr txBox="1"/>
          <p:nvPr/>
        </p:nvSpPr>
        <p:spPr>
          <a:xfrm>
            <a:off x="4027920" y="4185340"/>
            <a:ext cx="1084080" cy="369332"/>
          </a:xfrm>
          <a:prstGeom prst="rect">
            <a:avLst/>
          </a:prstGeom>
          <a:solidFill>
            <a:schemeClr val="bg1"/>
          </a:solidFill>
        </p:spPr>
        <p:txBody>
          <a:bodyPr wrap="square" rtlCol="0">
            <a:spAutoFit/>
          </a:bodyPr>
          <a:lstStyle/>
          <a:p>
            <a:r>
              <a:rPr lang="en-US" dirty="0"/>
              <a:t>SDU Link</a:t>
            </a:r>
          </a:p>
        </p:txBody>
      </p:sp>
      <p:sp>
        <p:nvSpPr>
          <p:cNvPr id="48" name="TextBox 47">
            <a:extLst>
              <a:ext uri="{FF2B5EF4-FFF2-40B4-BE49-F238E27FC236}">
                <a16:creationId xmlns:a16="http://schemas.microsoft.com/office/drawing/2014/main" id="{8347F831-8644-C5D9-911C-FB18ED5A5FDB}"/>
              </a:ext>
            </a:extLst>
          </p:cNvPr>
          <p:cNvSpPr txBox="1"/>
          <p:nvPr/>
        </p:nvSpPr>
        <p:spPr>
          <a:xfrm>
            <a:off x="4015224" y="2912538"/>
            <a:ext cx="1084080" cy="369332"/>
          </a:xfrm>
          <a:prstGeom prst="rect">
            <a:avLst/>
          </a:prstGeom>
          <a:solidFill>
            <a:schemeClr val="bg1"/>
          </a:solidFill>
        </p:spPr>
        <p:txBody>
          <a:bodyPr wrap="square" rtlCol="0">
            <a:spAutoFit/>
          </a:bodyPr>
          <a:lstStyle/>
          <a:p>
            <a:r>
              <a:rPr lang="en-US" dirty="0"/>
              <a:t>SDU Link</a:t>
            </a:r>
          </a:p>
        </p:txBody>
      </p:sp>
      <p:sp>
        <p:nvSpPr>
          <p:cNvPr id="49" name="Rectangle 48">
            <a:extLst>
              <a:ext uri="{FF2B5EF4-FFF2-40B4-BE49-F238E27FC236}">
                <a16:creationId xmlns:a16="http://schemas.microsoft.com/office/drawing/2014/main" id="{69A5753F-3AFB-14D9-87AD-8590A109BDC1}"/>
              </a:ext>
            </a:extLst>
          </p:cNvPr>
          <p:cNvSpPr/>
          <p:nvPr/>
        </p:nvSpPr>
        <p:spPr>
          <a:xfrm>
            <a:off x="4885182" y="2490568"/>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D5E1AF6-D970-1E5A-CF64-4C7DD8E1FACA}"/>
              </a:ext>
            </a:extLst>
          </p:cNvPr>
          <p:cNvSpPr/>
          <p:nvPr/>
        </p:nvSpPr>
        <p:spPr>
          <a:xfrm>
            <a:off x="7018782" y="2461264"/>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AB4F1E0-A3F5-081D-E718-2271C4060E42}"/>
              </a:ext>
            </a:extLst>
          </p:cNvPr>
          <p:cNvSpPr/>
          <p:nvPr/>
        </p:nvSpPr>
        <p:spPr>
          <a:xfrm>
            <a:off x="4885182" y="3764632"/>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A058D5A-CB4A-F41E-69E4-B851829E49B9}"/>
              </a:ext>
            </a:extLst>
          </p:cNvPr>
          <p:cNvSpPr/>
          <p:nvPr/>
        </p:nvSpPr>
        <p:spPr>
          <a:xfrm>
            <a:off x="7018782" y="3735328"/>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FB1B95A-A5A7-1AB0-B5A4-A3F6C5E41A94}"/>
              </a:ext>
            </a:extLst>
          </p:cNvPr>
          <p:cNvSpPr/>
          <p:nvPr/>
        </p:nvSpPr>
        <p:spPr>
          <a:xfrm>
            <a:off x="4885182" y="5038696"/>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668A5FD2-E89E-DE34-C3B8-D36D17773953}"/>
              </a:ext>
            </a:extLst>
          </p:cNvPr>
          <p:cNvSpPr/>
          <p:nvPr/>
        </p:nvSpPr>
        <p:spPr>
          <a:xfrm>
            <a:off x="7018782" y="5009392"/>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262CB81B-6DBA-1C07-0E34-8852519B1D9D}"/>
              </a:ext>
            </a:extLst>
          </p:cNvPr>
          <p:cNvSpPr txBox="1"/>
          <p:nvPr/>
        </p:nvSpPr>
        <p:spPr>
          <a:xfrm>
            <a:off x="5461254" y="1629197"/>
            <a:ext cx="1219200" cy="369332"/>
          </a:xfrm>
          <a:prstGeom prst="rect">
            <a:avLst/>
          </a:prstGeom>
          <a:solidFill>
            <a:schemeClr val="bg1"/>
          </a:solidFill>
        </p:spPr>
        <p:txBody>
          <a:bodyPr wrap="square" rtlCol="0">
            <a:spAutoFit/>
          </a:bodyPr>
          <a:lstStyle/>
          <a:p>
            <a:r>
              <a:rPr lang="en-US" dirty="0"/>
              <a:t>PDU Ports</a:t>
            </a:r>
          </a:p>
        </p:txBody>
      </p:sp>
      <p:cxnSp>
        <p:nvCxnSpPr>
          <p:cNvPr id="57" name="Curved Connector 56">
            <a:extLst>
              <a:ext uri="{FF2B5EF4-FFF2-40B4-BE49-F238E27FC236}">
                <a16:creationId xmlns:a16="http://schemas.microsoft.com/office/drawing/2014/main" id="{93FE0538-8F5D-3557-9998-D38DC2F6047A}"/>
              </a:ext>
            </a:extLst>
          </p:cNvPr>
          <p:cNvCxnSpPr/>
          <p:nvPr/>
        </p:nvCxnSpPr>
        <p:spPr>
          <a:xfrm rot="16200000" flipH="1">
            <a:off x="6579868" y="1954532"/>
            <a:ext cx="632464" cy="381000"/>
          </a:xfrm>
          <a:prstGeom prst="curvedConnector3">
            <a:avLst>
              <a:gd name="adj1" fmla="val -1084"/>
            </a:avLst>
          </a:prstGeom>
          <a:ln>
            <a:tailEnd type="triangle"/>
          </a:ln>
        </p:spPr>
        <p:style>
          <a:lnRef idx="1">
            <a:schemeClr val="dk1"/>
          </a:lnRef>
          <a:fillRef idx="0">
            <a:schemeClr val="dk1"/>
          </a:fillRef>
          <a:effectRef idx="0">
            <a:schemeClr val="dk1"/>
          </a:effectRef>
          <a:fontRef idx="minor">
            <a:schemeClr val="tx1"/>
          </a:fontRef>
        </p:style>
      </p:cxnSp>
      <p:cxnSp>
        <p:nvCxnSpPr>
          <p:cNvPr id="59" name="Curved Connector 58">
            <a:extLst>
              <a:ext uri="{FF2B5EF4-FFF2-40B4-BE49-F238E27FC236}">
                <a16:creationId xmlns:a16="http://schemas.microsoft.com/office/drawing/2014/main" id="{C21D44EA-85AD-0AB2-72F5-2D0524FD24A3}"/>
              </a:ext>
            </a:extLst>
          </p:cNvPr>
          <p:cNvCxnSpPr>
            <a:cxnSpLocks/>
            <a:stCxn id="55" idx="1"/>
            <a:endCxn id="49" idx="0"/>
          </p:cNvCxnSpPr>
          <p:nvPr/>
        </p:nvCxnSpPr>
        <p:spPr>
          <a:xfrm rot="10800000" flipV="1">
            <a:off x="5033392" y="1813862"/>
            <a:ext cx="427863" cy="676705"/>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74562132-B5F2-2425-DA9B-8E5CCF31E075}"/>
              </a:ext>
            </a:extLst>
          </p:cNvPr>
          <p:cNvSpPr txBox="1"/>
          <p:nvPr/>
        </p:nvSpPr>
        <p:spPr>
          <a:xfrm>
            <a:off x="9601200" y="1410962"/>
            <a:ext cx="2425279" cy="4801314"/>
          </a:xfrm>
          <a:prstGeom prst="rect">
            <a:avLst/>
          </a:prstGeom>
          <a:noFill/>
        </p:spPr>
        <p:txBody>
          <a:bodyPr wrap="square" rtlCol="0">
            <a:spAutoFit/>
          </a:bodyPr>
          <a:lstStyle/>
          <a:p>
            <a:r>
              <a:rPr lang="en-US" dirty="0"/>
              <a:t>The PDU Link connector is between the PDU Ports on each Protocol Entity within a given protocol.</a:t>
            </a:r>
          </a:p>
          <a:p>
            <a:endParaRPr lang="en-US" dirty="0"/>
          </a:p>
          <a:p>
            <a:r>
              <a:rPr lang="en-US" dirty="0"/>
              <a:t>PDU Links of a protocol in one layer may depend on PDU Links of a protocol in the next lower layer</a:t>
            </a:r>
          </a:p>
          <a:p>
            <a:endParaRPr lang="en-US" dirty="0"/>
          </a:p>
          <a:p>
            <a:r>
              <a:rPr lang="en-US" dirty="0"/>
              <a:t>The «Over» relationship is used to represent this relationship (not shown).</a:t>
            </a:r>
          </a:p>
        </p:txBody>
      </p:sp>
    </p:spTree>
    <p:extLst>
      <p:ext uri="{BB962C8B-B14F-4D97-AF65-F5344CB8AC3E}">
        <p14:creationId xmlns:p14="http://schemas.microsoft.com/office/powerpoint/2010/main" val="1104674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539EEB-499A-AC4F-6103-EBE63CB89626}"/>
              </a:ext>
            </a:extLst>
          </p:cNvPr>
          <p:cNvSpPr>
            <a:spLocks noGrp="1"/>
          </p:cNvSpPr>
          <p:nvPr>
            <p:ph type="title"/>
          </p:nvPr>
        </p:nvSpPr>
        <p:spPr>
          <a:xfrm>
            <a:off x="838200" y="1938478"/>
            <a:ext cx="10515600" cy="2760689"/>
          </a:xfrm>
        </p:spPr>
        <p:txBody>
          <a:bodyPr anchor="t">
            <a:normAutofit/>
          </a:bodyPr>
          <a:lstStyle/>
          <a:p>
            <a:r>
              <a:rPr lang="en-US" dirty="0"/>
              <a:t>Layered Comms Profile</a:t>
            </a:r>
            <a:br>
              <a:rPr lang="en-US" dirty="0"/>
            </a:br>
            <a:r>
              <a:rPr lang="en-US" dirty="0"/>
              <a:t>in SysML v1</a:t>
            </a:r>
          </a:p>
        </p:txBody>
      </p:sp>
      <p:sp>
        <p:nvSpPr>
          <p:cNvPr id="11" name="Text Placeholder 10">
            <a:extLst>
              <a:ext uri="{FF2B5EF4-FFF2-40B4-BE49-F238E27FC236}">
                <a16:creationId xmlns:a16="http://schemas.microsoft.com/office/drawing/2014/main" id="{96ADD47C-27AD-791D-60FF-9E20A864BC15}"/>
              </a:ext>
            </a:extLst>
          </p:cNvPr>
          <p:cNvSpPr>
            <a:spLocks noGrp="1"/>
          </p:cNvSpPr>
          <p:nvPr>
            <p:ph type="body" idx="1"/>
          </p:nvPr>
        </p:nvSpPr>
        <p:spPr/>
        <p:txBody>
          <a:bodyPr/>
          <a:lstStyle/>
          <a:p>
            <a:r>
              <a:rPr lang="en-US" dirty="0" err="1"/>
              <a:t>com.meadortech.LayeredCommsProfile</a:t>
            </a:r>
            <a:endParaRPr lang="en-US" dirty="0"/>
          </a:p>
        </p:txBody>
      </p:sp>
      <p:sp>
        <p:nvSpPr>
          <p:cNvPr id="3" name="Footer Placeholder 2">
            <a:extLst>
              <a:ext uri="{FF2B5EF4-FFF2-40B4-BE49-F238E27FC236}">
                <a16:creationId xmlns:a16="http://schemas.microsoft.com/office/drawing/2014/main" id="{046C2640-E43D-AC9B-C405-12B00023F69F}"/>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2A25DEF4-66D6-00CE-0F26-CA074347AD8A}"/>
              </a:ext>
            </a:extLst>
          </p:cNvPr>
          <p:cNvSpPr>
            <a:spLocks noGrp="1"/>
          </p:cNvSpPr>
          <p:nvPr>
            <p:ph type="sldNum" sz="quarter" idx="11"/>
          </p:nvPr>
        </p:nvSpPr>
        <p:spPr/>
        <p:txBody>
          <a:bodyPr/>
          <a:lstStyle/>
          <a:p>
            <a:fld id="{8BDF982E-8A8B-A649-9421-0AFF13AD0ECF}" type="slidenum">
              <a:rPr lang="en-US" smtClean="0"/>
              <a:pPr/>
              <a:t>11</a:t>
            </a:fld>
            <a:endParaRPr lang="en-US" dirty="0"/>
          </a:p>
        </p:txBody>
      </p:sp>
    </p:spTree>
    <p:extLst>
      <p:ext uri="{BB962C8B-B14F-4D97-AF65-F5344CB8AC3E}">
        <p14:creationId xmlns:p14="http://schemas.microsoft.com/office/powerpoint/2010/main" val="1040722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36B6FF4-5DAA-9B4A-4B35-9A1AA7F614A9}"/>
              </a:ext>
            </a:extLst>
          </p:cNvPr>
          <p:cNvSpPr>
            <a:spLocks noGrp="1"/>
          </p:cNvSpPr>
          <p:nvPr>
            <p:ph idx="1"/>
          </p:nvPr>
        </p:nvSpPr>
        <p:spPr/>
        <p:txBody>
          <a:bodyPr>
            <a:normAutofit fontScale="85000" lnSpcReduction="20000"/>
          </a:bodyPr>
          <a:lstStyle/>
          <a:p>
            <a:r>
              <a:rPr lang="en-US" dirty="0"/>
              <a:t>Provides a profile and library model elements to assist system model creation following the layered comms principles</a:t>
            </a:r>
          </a:p>
          <a:p>
            <a:r>
              <a:rPr lang="en-US" dirty="0"/>
              <a:t>Provides</a:t>
            </a:r>
          </a:p>
          <a:p>
            <a:pPr lvl="1"/>
            <a:r>
              <a:rPr lang="en-US" dirty="0"/>
              <a:t>Stereotypes</a:t>
            </a:r>
          </a:p>
          <a:p>
            <a:pPr lvl="1"/>
            <a:r>
              <a:rPr lang="en-US" dirty="0"/>
              <a:t>Building block model elements (ex. </a:t>
            </a:r>
            <a:r>
              <a:rPr lang="en-US" dirty="0" err="1"/>
              <a:t>ProtocolEntity</a:t>
            </a:r>
            <a:r>
              <a:rPr lang="en-US" dirty="0"/>
              <a:t>, </a:t>
            </a:r>
            <a:r>
              <a:rPr lang="en-US" dirty="0" err="1"/>
              <a:t>PDUPort</a:t>
            </a:r>
            <a:r>
              <a:rPr lang="en-US" dirty="0"/>
              <a:t>, SAP, etc.)</a:t>
            </a:r>
          </a:p>
          <a:p>
            <a:pPr lvl="1"/>
            <a:r>
              <a:rPr lang="en-US" dirty="0"/>
              <a:t>A pre-fabricated protocol package (a.k.a. ”Pre-Fab”) to leverage for modeling a protocol</a:t>
            </a:r>
          </a:p>
          <a:p>
            <a:pPr lvl="2"/>
            <a:r>
              <a:rPr lang="en-US" dirty="0"/>
              <a:t>Copy &amp; paste into your user model and rename a few things</a:t>
            </a:r>
          </a:p>
          <a:p>
            <a:pPr lvl="2"/>
            <a:r>
              <a:rPr lang="en-US" dirty="0"/>
              <a:t>Add protocol-specific aspects (ex. protocol state machine, other behaviors, specific PDU and SDU types, etc.)</a:t>
            </a:r>
          </a:p>
        </p:txBody>
      </p:sp>
      <p:sp>
        <p:nvSpPr>
          <p:cNvPr id="6" name="Title 5">
            <a:extLst>
              <a:ext uri="{FF2B5EF4-FFF2-40B4-BE49-F238E27FC236}">
                <a16:creationId xmlns:a16="http://schemas.microsoft.com/office/drawing/2014/main" id="{CF814F95-38E1-57E9-AAF5-D24ECB47138B}"/>
              </a:ext>
            </a:extLst>
          </p:cNvPr>
          <p:cNvSpPr>
            <a:spLocks noGrp="1"/>
          </p:cNvSpPr>
          <p:nvPr>
            <p:ph type="title"/>
          </p:nvPr>
        </p:nvSpPr>
        <p:spPr/>
        <p:txBody>
          <a:bodyPr>
            <a:normAutofit fontScale="90000"/>
          </a:bodyPr>
          <a:lstStyle/>
          <a:p>
            <a:r>
              <a:rPr lang="en-US" dirty="0"/>
              <a:t>Purpose</a:t>
            </a:r>
          </a:p>
        </p:txBody>
      </p:sp>
      <p:sp>
        <p:nvSpPr>
          <p:cNvPr id="4" name="Footer Placeholder 3">
            <a:extLst>
              <a:ext uri="{FF2B5EF4-FFF2-40B4-BE49-F238E27FC236}">
                <a16:creationId xmlns:a16="http://schemas.microsoft.com/office/drawing/2014/main" id="{23B9864F-600F-2470-7668-82B6D183EA44}"/>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16694647-D2B3-6A10-BBC8-F35622A61CF2}"/>
              </a:ext>
            </a:extLst>
          </p:cNvPr>
          <p:cNvSpPr>
            <a:spLocks noGrp="1"/>
          </p:cNvSpPr>
          <p:nvPr>
            <p:ph type="sldNum" sz="quarter" idx="11"/>
          </p:nvPr>
        </p:nvSpPr>
        <p:spPr/>
        <p:txBody>
          <a:bodyPr/>
          <a:lstStyle/>
          <a:p>
            <a:fld id="{8BDF982E-8A8B-A649-9421-0AFF13AD0ECF}" type="slidenum">
              <a:rPr lang="en-US" smtClean="0"/>
              <a:pPr/>
              <a:t>12</a:t>
            </a:fld>
            <a:endParaRPr lang="en-US" dirty="0"/>
          </a:p>
        </p:txBody>
      </p:sp>
    </p:spTree>
    <p:extLst>
      <p:ext uri="{BB962C8B-B14F-4D97-AF65-F5344CB8AC3E}">
        <p14:creationId xmlns:p14="http://schemas.microsoft.com/office/powerpoint/2010/main" val="321222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6A170-7A6B-64B6-46C2-A057019EDF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11EBE76-5393-C366-A208-449382851CDA}"/>
              </a:ext>
            </a:extLst>
          </p:cNvPr>
          <p:cNvSpPr>
            <a:spLocks noGrp="1"/>
          </p:cNvSpPr>
          <p:nvPr>
            <p:ph type="title"/>
          </p:nvPr>
        </p:nvSpPr>
        <p:spPr/>
        <p:txBody>
          <a:bodyPr anchor="ctr"/>
          <a:lstStyle/>
          <a:p>
            <a:r>
              <a:rPr lang="en-US" sz="2800" dirty="0"/>
              <a:t>Provided Base Model Elements and Stereotypes</a:t>
            </a:r>
          </a:p>
        </p:txBody>
      </p:sp>
      <p:sp>
        <p:nvSpPr>
          <p:cNvPr id="6" name="Text Placeholder 5">
            <a:extLst>
              <a:ext uri="{FF2B5EF4-FFF2-40B4-BE49-F238E27FC236}">
                <a16:creationId xmlns:a16="http://schemas.microsoft.com/office/drawing/2014/main" id="{1F1BE2D5-29AE-0DF5-1D87-BDDB1765242C}"/>
              </a:ext>
            </a:extLst>
          </p:cNvPr>
          <p:cNvSpPr>
            <a:spLocks noGrp="1"/>
          </p:cNvSpPr>
          <p:nvPr>
            <p:ph type="body" idx="1"/>
          </p:nvPr>
        </p:nvSpPr>
        <p:spPr/>
        <p:txBody>
          <a:bodyPr>
            <a:normAutofit fontScale="85000" lnSpcReduction="10000"/>
          </a:bodyPr>
          <a:lstStyle/>
          <a:p>
            <a:r>
              <a:rPr lang="en-US" dirty="0"/>
              <a:t>Abstract library elements to be specialized by user models defining new protocols.</a:t>
            </a:r>
          </a:p>
          <a:p>
            <a:r>
              <a:rPr lang="en-US" dirty="0"/>
              <a:t>Includes stereotypes also to be applied when using a defined protocol (and/or defining one).</a:t>
            </a:r>
          </a:p>
        </p:txBody>
      </p:sp>
      <p:sp>
        <p:nvSpPr>
          <p:cNvPr id="4" name="Slide Number Placeholder 3">
            <a:extLst>
              <a:ext uri="{FF2B5EF4-FFF2-40B4-BE49-F238E27FC236}">
                <a16:creationId xmlns:a16="http://schemas.microsoft.com/office/drawing/2014/main" id="{72DA12DF-84D8-43B3-A722-D715642FBBD0}"/>
              </a:ext>
            </a:extLst>
          </p:cNvPr>
          <p:cNvSpPr>
            <a:spLocks noGrp="1"/>
          </p:cNvSpPr>
          <p:nvPr>
            <p:ph type="sldNum" sz="quarter" idx="11"/>
          </p:nvPr>
        </p:nvSpPr>
        <p:spPr/>
        <p:txBody>
          <a:bodyPr/>
          <a:lstStyle/>
          <a:p>
            <a:pPr>
              <a:defRPr/>
            </a:pPr>
            <a:fld id="{5AA4D864-0F32-A846-8BD6-A787749E0AAE}" type="slidenum">
              <a:rPr lang="en-US" altLang="en-US" smtClean="0"/>
              <a:pPr>
                <a:defRPr/>
              </a:pPr>
              <a:t>13</a:t>
            </a:fld>
            <a:endParaRPr lang="en-US" altLang="en-US"/>
          </a:p>
        </p:txBody>
      </p:sp>
      <p:sp>
        <p:nvSpPr>
          <p:cNvPr id="7" name="Footer Placeholder 6">
            <a:extLst>
              <a:ext uri="{FF2B5EF4-FFF2-40B4-BE49-F238E27FC236}">
                <a16:creationId xmlns:a16="http://schemas.microsoft.com/office/drawing/2014/main" id="{061D08EB-C277-C40B-632D-9DC3EB26B3D9}"/>
              </a:ext>
            </a:extLst>
          </p:cNvPr>
          <p:cNvSpPr>
            <a:spLocks noGrp="1"/>
          </p:cNvSpPr>
          <p:nvPr>
            <p:ph type="ftr" sz="quarter" idx="10"/>
          </p:nvPr>
        </p:nvSpPr>
        <p:spPr/>
        <p:txBody>
          <a:bodyPr/>
          <a:lstStyle/>
          <a:p>
            <a:pPr>
              <a:defRPr/>
            </a:pPr>
            <a:r>
              <a:rPr lang="en-US" dirty="0"/>
              <a:t>CC-BY-4.0   03 July 2026</a:t>
            </a:r>
          </a:p>
        </p:txBody>
      </p:sp>
    </p:spTree>
    <p:extLst>
      <p:ext uri="{BB962C8B-B14F-4D97-AF65-F5344CB8AC3E}">
        <p14:creationId xmlns:p14="http://schemas.microsoft.com/office/powerpoint/2010/main" val="4147596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AD08C1-331E-E784-80EA-B317B8817314}"/>
              </a:ext>
            </a:extLst>
          </p:cNvPr>
          <p:cNvSpPr>
            <a:spLocks noGrp="1"/>
          </p:cNvSpPr>
          <p:nvPr>
            <p:ph idx="1"/>
          </p:nvPr>
        </p:nvSpPr>
        <p:spPr>
          <a:xfrm>
            <a:off x="838200" y="1607685"/>
            <a:ext cx="5732158" cy="4036333"/>
          </a:xfrm>
        </p:spPr>
        <p:txBody>
          <a:bodyPr>
            <a:normAutofit fontScale="77500" lnSpcReduction="20000"/>
          </a:bodyPr>
          <a:lstStyle/>
          <a:p>
            <a:r>
              <a:rPr lang="en-US" dirty="0"/>
              <a:t>The pattern for protocol entities</a:t>
            </a:r>
          </a:p>
          <a:p>
            <a:r>
              <a:rPr lang="en-US" dirty="0"/>
              <a:t>Specific protocols defined in user models will specialize each of these elements</a:t>
            </a:r>
          </a:p>
          <a:p>
            <a:r>
              <a:rPr lang="en-US" dirty="0"/>
              <a:t>Stereotypes are used for many aspects of the pattern and should be applied consistently in user models</a:t>
            </a:r>
          </a:p>
          <a:p>
            <a:r>
              <a:rPr lang="en-US" dirty="0"/>
              <a:t>Interfaces have appropriate flow properties</a:t>
            </a:r>
          </a:p>
          <a:p>
            <a:r>
              <a:rPr lang="en-US" dirty="0"/>
              <a:t>Protocol Entities have a Protocol State Machine marked by a supplied stereotype</a:t>
            </a:r>
          </a:p>
          <a:p>
            <a:pPr lvl="1"/>
            <a:r>
              <a:rPr lang="en-US" dirty="0"/>
              <a:t>Not the same as UML protocol state machine</a:t>
            </a:r>
          </a:p>
        </p:txBody>
      </p:sp>
      <p:sp>
        <p:nvSpPr>
          <p:cNvPr id="3" name="Title 2">
            <a:extLst>
              <a:ext uri="{FF2B5EF4-FFF2-40B4-BE49-F238E27FC236}">
                <a16:creationId xmlns:a16="http://schemas.microsoft.com/office/drawing/2014/main" id="{808986AB-48CF-86B5-A877-80CCB0B010A5}"/>
              </a:ext>
            </a:extLst>
          </p:cNvPr>
          <p:cNvSpPr>
            <a:spLocks noGrp="1"/>
          </p:cNvSpPr>
          <p:nvPr>
            <p:ph type="title"/>
          </p:nvPr>
        </p:nvSpPr>
        <p:spPr/>
        <p:txBody>
          <a:bodyPr>
            <a:normAutofit fontScale="90000"/>
          </a:bodyPr>
          <a:lstStyle/>
          <a:p>
            <a:r>
              <a:rPr lang="en-US" dirty="0"/>
              <a:t>Protocol Entity Aspects</a:t>
            </a:r>
          </a:p>
        </p:txBody>
      </p:sp>
      <p:sp>
        <p:nvSpPr>
          <p:cNvPr id="4" name="Footer Placeholder 3">
            <a:extLst>
              <a:ext uri="{FF2B5EF4-FFF2-40B4-BE49-F238E27FC236}">
                <a16:creationId xmlns:a16="http://schemas.microsoft.com/office/drawing/2014/main" id="{F311C723-D443-A501-7F60-0C2507941877}"/>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635074B7-BFCC-46AD-FA56-80257E4ABEDF}"/>
              </a:ext>
            </a:extLst>
          </p:cNvPr>
          <p:cNvSpPr>
            <a:spLocks noGrp="1"/>
          </p:cNvSpPr>
          <p:nvPr>
            <p:ph type="sldNum" sz="quarter" idx="11"/>
          </p:nvPr>
        </p:nvSpPr>
        <p:spPr/>
        <p:txBody>
          <a:bodyPr/>
          <a:lstStyle/>
          <a:p>
            <a:fld id="{8BDF982E-8A8B-A649-9421-0AFF13AD0ECF}" type="slidenum">
              <a:rPr lang="en-US" smtClean="0"/>
              <a:pPr/>
              <a:t>14</a:t>
            </a:fld>
            <a:endParaRPr lang="en-US" dirty="0"/>
          </a:p>
        </p:txBody>
      </p:sp>
      <p:pic>
        <p:nvPicPr>
          <p:cNvPr id="6" name="Picture 5">
            <a:extLst>
              <a:ext uri="{FF2B5EF4-FFF2-40B4-BE49-F238E27FC236}">
                <a16:creationId xmlns:a16="http://schemas.microsoft.com/office/drawing/2014/main" id="{9E4880EC-844B-CC65-6F9F-F3BC815E0B1B}"/>
              </a:ext>
            </a:extLst>
          </p:cNvPr>
          <p:cNvPicPr>
            <a:picLocks noChangeAspect="1"/>
          </p:cNvPicPr>
          <p:nvPr/>
        </p:nvPicPr>
        <p:blipFill>
          <a:blip r:embed="rId2"/>
          <a:stretch>
            <a:fillRect/>
          </a:stretch>
        </p:blipFill>
        <p:spPr>
          <a:xfrm>
            <a:off x="6797191" y="877782"/>
            <a:ext cx="4974952" cy="5496137"/>
          </a:xfrm>
          <a:prstGeom prst="rect">
            <a:avLst/>
          </a:prstGeom>
        </p:spPr>
      </p:pic>
    </p:spTree>
    <p:extLst>
      <p:ext uri="{BB962C8B-B14F-4D97-AF65-F5344CB8AC3E}">
        <p14:creationId xmlns:p14="http://schemas.microsoft.com/office/powerpoint/2010/main" val="189216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A3840A-2770-AF18-1536-3BF4F41741C3}"/>
              </a:ext>
            </a:extLst>
          </p:cNvPr>
          <p:cNvSpPr>
            <a:spLocks noGrp="1"/>
          </p:cNvSpPr>
          <p:nvPr>
            <p:ph idx="1"/>
          </p:nvPr>
        </p:nvSpPr>
        <p:spPr>
          <a:xfrm>
            <a:off x="838200" y="1376909"/>
            <a:ext cx="4505352" cy="4484940"/>
          </a:xfrm>
        </p:spPr>
        <p:txBody>
          <a:bodyPr>
            <a:normAutofit fontScale="55000" lnSpcReduction="20000"/>
          </a:bodyPr>
          <a:lstStyle/>
          <a:p>
            <a:r>
              <a:rPr lang="en-US" dirty="0"/>
              <a:t>Protocol Data Units are exchanged by Protocol Entities on different hosts</a:t>
            </a:r>
          </a:p>
          <a:p>
            <a:pPr lvl="1"/>
            <a:r>
              <a:rPr lang="en-US" dirty="0"/>
              <a:t>PDU based on SysML signal with «PDU» stereotype</a:t>
            </a:r>
          </a:p>
          <a:p>
            <a:r>
              <a:rPr lang="en-US" dirty="0" err="1"/>
              <a:t>PDULink</a:t>
            </a:r>
            <a:r>
              <a:rPr lang="en-US" dirty="0"/>
              <a:t> types connectors between </a:t>
            </a:r>
            <a:r>
              <a:rPr lang="en-US" dirty="0" err="1"/>
              <a:t>PDUPorts</a:t>
            </a:r>
            <a:endParaRPr lang="en-US" dirty="0"/>
          </a:p>
          <a:p>
            <a:pPr lvl="1"/>
            <a:r>
              <a:rPr lang="en-US" dirty="0"/>
              <a:t>Represented as Association Blocks so internal structure and behavior can be added at need in the concrete protocol</a:t>
            </a:r>
          </a:p>
          <a:p>
            <a:pPr lvl="1"/>
            <a:r>
              <a:rPr lang="en-US" dirty="0"/>
              <a:t>Also note «</a:t>
            </a:r>
            <a:r>
              <a:rPr lang="en-US" dirty="0" err="1"/>
              <a:t>PDULink</a:t>
            </a:r>
            <a:r>
              <a:rPr lang="en-US" dirty="0"/>
              <a:t>» stereotype should be applied</a:t>
            </a:r>
          </a:p>
          <a:p>
            <a:pPr lvl="1"/>
            <a:r>
              <a:rPr lang="en-US" dirty="0"/>
              <a:t>Provides mechanism to assert compatibility between the interface types within a protocol</a:t>
            </a:r>
          </a:p>
          <a:p>
            <a:r>
              <a:rPr lang="en-US" dirty="0"/>
              <a:t>Specific protocols defined in user models will specialize each of these elements and apply the appropriate stereotypes for the pattern</a:t>
            </a:r>
          </a:p>
          <a:p>
            <a:endParaRPr lang="en-US" dirty="0"/>
          </a:p>
          <a:p>
            <a:endParaRPr lang="en-US" dirty="0"/>
          </a:p>
        </p:txBody>
      </p:sp>
      <p:sp>
        <p:nvSpPr>
          <p:cNvPr id="3" name="Title 2">
            <a:extLst>
              <a:ext uri="{FF2B5EF4-FFF2-40B4-BE49-F238E27FC236}">
                <a16:creationId xmlns:a16="http://schemas.microsoft.com/office/drawing/2014/main" id="{49BEED75-FDA9-BEC1-6692-F49D01ACA5BD}"/>
              </a:ext>
            </a:extLst>
          </p:cNvPr>
          <p:cNvSpPr>
            <a:spLocks noGrp="1"/>
          </p:cNvSpPr>
          <p:nvPr>
            <p:ph type="title"/>
          </p:nvPr>
        </p:nvSpPr>
        <p:spPr/>
        <p:txBody>
          <a:bodyPr>
            <a:normAutofit fontScale="90000"/>
          </a:bodyPr>
          <a:lstStyle/>
          <a:p>
            <a:r>
              <a:rPr lang="en-US" dirty="0"/>
              <a:t>PDU Aspects</a:t>
            </a:r>
          </a:p>
        </p:txBody>
      </p:sp>
      <p:sp>
        <p:nvSpPr>
          <p:cNvPr id="4" name="Footer Placeholder 3">
            <a:extLst>
              <a:ext uri="{FF2B5EF4-FFF2-40B4-BE49-F238E27FC236}">
                <a16:creationId xmlns:a16="http://schemas.microsoft.com/office/drawing/2014/main" id="{3BA3FBDE-4650-171C-14A1-C7CBA76F8D76}"/>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75C45009-6B42-EA63-525E-184E5D03D623}"/>
              </a:ext>
            </a:extLst>
          </p:cNvPr>
          <p:cNvSpPr>
            <a:spLocks noGrp="1"/>
          </p:cNvSpPr>
          <p:nvPr>
            <p:ph type="sldNum" sz="quarter" idx="11"/>
          </p:nvPr>
        </p:nvSpPr>
        <p:spPr/>
        <p:txBody>
          <a:bodyPr/>
          <a:lstStyle/>
          <a:p>
            <a:fld id="{8BDF982E-8A8B-A649-9421-0AFF13AD0ECF}" type="slidenum">
              <a:rPr lang="en-US" smtClean="0"/>
              <a:pPr/>
              <a:t>15</a:t>
            </a:fld>
            <a:endParaRPr lang="en-US" dirty="0"/>
          </a:p>
        </p:txBody>
      </p:sp>
      <p:pic>
        <p:nvPicPr>
          <p:cNvPr id="6" name="Picture 5">
            <a:extLst>
              <a:ext uri="{FF2B5EF4-FFF2-40B4-BE49-F238E27FC236}">
                <a16:creationId xmlns:a16="http://schemas.microsoft.com/office/drawing/2014/main" id="{A2356595-E13A-C750-4831-6129D386BC56}"/>
              </a:ext>
            </a:extLst>
          </p:cNvPr>
          <p:cNvPicPr>
            <a:picLocks noChangeAspect="1"/>
          </p:cNvPicPr>
          <p:nvPr/>
        </p:nvPicPr>
        <p:blipFill>
          <a:blip r:embed="rId2"/>
          <a:stretch>
            <a:fillRect/>
          </a:stretch>
        </p:blipFill>
        <p:spPr>
          <a:xfrm>
            <a:off x="5388567" y="1296116"/>
            <a:ext cx="5889032" cy="4650684"/>
          </a:xfrm>
          <a:prstGeom prst="rect">
            <a:avLst/>
          </a:prstGeom>
        </p:spPr>
      </p:pic>
    </p:spTree>
    <p:extLst>
      <p:ext uri="{BB962C8B-B14F-4D97-AF65-F5344CB8AC3E}">
        <p14:creationId xmlns:p14="http://schemas.microsoft.com/office/powerpoint/2010/main" val="49047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708ED0-36E5-C7B4-6F78-A80CF088A364}"/>
              </a:ext>
            </a:extLst>
          </p:cNvPr>
          <p:cNvSpPr>
            <a:spLocks noGrp="1"/>
          </p:cNvSpPr>
          <p:nvPr>
            <p:ph idx="1"/>
          </p:nvPr>
        </p:nvSpPr>
        <p:spPr>
          <a:xfrm>
            <a:off x="838200" y="1320127"/>
            <a:ext cx="4505352" cy="4899004"/>
          </a:xfrm>
        </p:spPr>
        <p:txBody>
          <a:bodyPr>
            <a:normAutofit fontScale="55000" lnSpcReduction="20000"/>
          </a:bodyPr>
          <a:lstStyle/>
          <a:p>
            <a:r>
              <a:rPr lang="en-US" dirty="0"/>
              <a:t>Service Data Units are exchanged by Protocol Entities on the same host participating in the protocol stack</a:t>
            </a:r>
          </a:p>
          <a:p>
            <a:pPr lvl="1"/>
            <a:r>
              <a:rPr lang="en-US" dirty="0"/>
              <a:t>SDU based on SysML signal with «SDU» stereotype</a:t>
            </a:r>
          </a:p>
          <a:p>
            <a:r>
              <a:rPr lang="en-US" dirty="0" err="1"/>
              <a:t>SDULink</a:t>
            </a:r>
            <a:r>
              <a:rPr lang="en-US" dirty="0"/>
              <a:t> types connectors between SAP and </a:t>
            </a:r>
            <a:r>
              <a:rPr lang="en-US" dirty="0" err="1"/>
              <a:t>SAPClient</a:t>
            </a:r>
            <a:r>
              <a:rPr lang="en-US" dirty="0"/>
              <a:t> ports</a:t>
            </a:r>
          </a:p>
          <a:p>
            <a:pPr lvl="1"/>
            <a:r>
              <a:rPr lang="en-US" dirty="0"/>
              <a:t>Represented as Association Blocks so internal structure and behavior can be added at need in the concrete protocol</a:t>
            </a:r>
          </a:p>
          <a:p>
            <a:pPr lvl="1"/>
            <a:r>
              <a:rPr lang="en-US" dirty="0"/>
              <a:t>Also note «</a:t>
            </a:r>
            <a:r>
              <a:rPr lang="en-US" dirty="0" err="1"/>
              <a:t>SDULink</a:t>
            </a:r>
            <a:r>
              <a:rPr lang="en-US" dirty="0"/>
              <a:t>» stereotype should be applied</a:t>
            </a:r>
          </a:p>
          <a:p>
            <a:pPr lvl="1"/>
            <a:r>
              <a:rPr lang="en-US" dirty="0"/>
              <a:t>Provides mechanism to assert compatibility between these interface types between protocol entities of different protocols</a:t>
            </a:r>
          </a:p>
          <a:p>
            <a:r>
              <a:rPr lang="en-US" dirty="0"/>
              <a:t>Specific protocols defined in user models will specialize each of these elements and apply the appropriate stereotypes for the pattern</a:t>
            </a:r>
          </a:p>
        </p:txBody>
      </p:sp>
      <p:sp>
        <p:nvSpPr>
          <p:cNvPr id="3" name="Title 2">
            <a:extLst>
              <a:ext uri="{FF2B5EF4-FFF2-40B4-BE49-F238E27FC236}">
                <a16:creationId xmlns:a16="http://schemas.microsoft.com/office/drawing/2014/main" id="{6937FA0B-CC18-DDC0-F86A-62CACEA7526E}"/>
              </a:ext>
            </a:extLst>
          </p:cNvPr>
          <p:cNvSpPr>
            <a:spLocks noGrp="1"/>
          </p:cNvSpPr>
          <p:nvPr>
            <p:ph type="title"/>
          </p:nvPr>
        </p:nvSpPr>
        <p:spPr/>
        <p:txBody>
          <a:bodyPr>
            <a:normAutofit fontScale="90000"/>
          </a:bodyPr>
          <a:lstStyle/>
          <a:p>
            <a:r>
              <a:rPr lang="en-US" dirty="0"/>
              <a:t>SDU Aspects</a:t>
            </a:r>
          </a:p>
        </p:txBody>
      </p:sp>
      <p:sp>
        <p:nvSpPr>
          <p:cNvPr id="4" name="Footer Placeholder 3">
            <a:extLst>
              <a:ext uri="{FF2B5EF4-FFF2-40B4-BE49-F238E27FC236}">
                <a16:creationId xmlns:a16="http://schemas.microsoft.com/office/drawing/2014/main" id="{F9C75BD0-BBF7-9488-8E81-C26ACF162A74}"/>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B0EF47BF-F0FA-7003-AE42-53415A5521A6}"/>
              </a:ext>
            </a:extLst>
          </p:cNvPr>
          <p:cNvSpPr>
            <a:spLocks noGrp="1"/>
          </p:cNvSpPr>
          <p:nvPr>
            <p:ph type="sldNum" sz="quarter" idx="11"/>
          </p:nvPr>
        </p:nvSpPr>
        <p:spPr/>
        <p:txBody>
          <a:bodyPr/>
          <a:lstStyle/>
          <a:p>
            <a:fld id="{8BDF982E-8A8B-A649-9421-0AFF13AD0ECF}" type="slidenum">
              <a:rPr lang="en-US" smtClean="0"/>
              <a:pPr/>
              <a:t>16</a:t>
            </a:fld>
            <a:endParaRPr lang="en-US" dirty="0"/>
          </a:p>
        </p:txBody>
      </p:sp>
      <p:pic>
        <p:nvPicPr>
          <p:cNvPr id="6" name="Picture 5">
            <a:extLst>
              <a:ext uri="{FF2B5EF4-FFF2-40B4-BE49-F238E27FC236}">
                <a16:creationId xmlns:a16="http://schemas.microsoft.com/office/drawing/2014/main" id="{0196BA65-65BE-E8BA-1FDE-E9AAE9830A76}"/>
              </a:ext>
            </a:extLst>
          </p:cNvPr>
          <p:cNvPicPr>
            <a:picLocks noChangeAspect="1"/>
          </p:cNvPicPr>
          <p:nvPr/>
        </p:nvPicPr>
        <p:blipFill>
          <a:blip r:embed="rId2"/>
          <a:stretch>
            <a:fillRect/>
          </a:stretch>
        </p:blipFill>
        <p:spPr>
          <a:xfrm>
            <a:off x="5514282" y="1264576"/>
            <a:ext cx="5752215" cy="5039334"/>
          </a:xfrm>
          <a:prstGeom prst="rect">
            <a:avLst/>
          </a:prstGeom>
        </p:spPr>
      </p:pic>
    </p:spTree>
    <p:extLst>
      <p:ext uri="{BB962C8B-B14F-4D97-AF65-F5344CB8AC3E}">
        <p14:creationId xmlns:p14="http://schemas.microsoft.com/office/powerpoint/2010/main" val="736489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8178D9-04CC-3ECD-E2EB-22C64E811499}"/>
              </a:ext>
            </a:extLst>
          </p:cNvPr>
          <p:cNvSpPr>
            <a:spLocks noGrp="1"/>
          </p:cNvSpPr>
          <p:nvPr>
            <p:ph idx="1"/>
          </p:nvPr>
        </p:nvSpPr>
        <p:spPr>
          <a:xfrm>
            <a:off x="838200" y="1607685"/>
            <a:ext cx="4714812" cy="4036333"/>
          </a:xfrm>
        </p:spPr>
        <p:txBody>
          <a:bodyPr>
            <a:normAutofit fontScale="92500" lnSpcReduction="10000"/>
          </a:bodyPr>
          <a:lstStyle/>
          <a:p>
            <a:r>
              <a:rPr lang="en-US" dirty="0"/>
              <a:t>All </a:t>
            </a:r>
            <a:r>
              <a:rPr lang="en-US" dirty="0" err="1"/>
              <a:t>ProtocolEntity</a:t>
            </a:r>
            <a:r>
              <a:rPr lang="en-US" dirty="0"/>
              <a:t> blocks should have that stereotype applied</a:t>
            </a:r>
          </a:p>
          <a:p>
            <a:r>
              <a:rPr lang="en-US" dirty="0"/>
              <a:t>All protocol state machines of a protocol entity should have that stereotype applied.</a:t>
            </a:r>
          </a:p>
          <a:p>
            <a:r>
              <a:rPr lang="en-US" dirty="0"/>
              <a:t>The above statements are true even when specializing the library elements shown earlier</a:t>
            </a:r>
          </a:p>
        </p:txBody>
      </p:sp>
      <p:sp>
        <p:nvSpPr>
          <p:cNvPr id="3" name="Title 2">
            <a:extLst>
              <a:ext uri="{FF2B5EF4-FFF2-40B4-BE49-F238E27FC236}">
                <a16:creationId xmlns:a16="http://schemas.microsoft.com/office/drawing/2014/main" id="{E9F790E5-CA81-C390-74C2-5FD6B9C6CC4F}"/>
              </a:ext>
            </a:extLst>
          </p:cNvPr>
          <p:cNvSpPr>
            <a:spLocks noGrp="1"/>
          </p:cNvSpPr>
          <p:nvPr>
            <p:ph type="title"/>
          </p:nvPr>
        </p:nvSpPr>
        <p:spPr/>
        <p:txBody>
          <a:bodyPr>
            <a:normAutofit fontScale="90000"/>
          </a:bodyPr>
          <a:lstStyle/>
          <a:p>
            <a:r>
              <a:rPr lang="en-US" dirty="0"/>
              <a:t>Stereotypes – Protocol Entity</a:t>
            </a:r>
          </a:p>
        </p:txBody>
      </p:sp>
      <p:sp>
        <p:nvSpPr>
          <p:cNvPr id="4" name="Footer Placeholder 3">
            <a:extLst>
              <a:ext uri="{FF2B5EF4-FFF2-40B4-BE49-F238E27FC236}">
                <a16:creationId xmlns:a16="http://schemas.microsoft.com/office/drawing/2014/main" id="{4E16EBB1-0C1B-A9AF-AB39-99CC0A12BCE1}"/>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557E03AA-2219-6B8F-69DE-09432689D4DF}"/>
              </a:ext>
            </a:extLst>
          </p:cNvPr>
          <p:cNvSpPr>
            <a:spLocks noGrp="1"/>
          </p:cNvSpPr>
          <p:nvPr>
            <p:ph type="sldNum" sz="quarter" idx="11"/>
          </p:nvPr>
        </p:nvSpPr>
        <p:spPr/>
        <p:txBody>
          <a:bodyPr/>
          <a:lstStyle/>
          <a:p>
            <a:fld id="{8BDF982E-8A8B-A649-9421-0AFF13AD0ECF}" type="slidenum">
              <a:rPr lang="en-US" smtClean="0"/>
              <a:pPr/>
              <a:t>17</a:t>
            </a:fld>
            <a:endParaRPr lang="en-US" dirty="0"/>
          </a:p>
        </p:txBody>
      </p:sp>
      <p:pic>
        <p:nvPicPr>
          <p:cNvPr id="7" name="Picture 6">
            <a:extLst>
              <a:ext uri="{FF2B5EF4-FFF2-40B4-BE49-F238E27FC236}">
                <a16:creationId xmlns:a16="http://schemas.microsoft.com/office/drawing/2014/main" id="{0512E416-4BFF-D6D6-5364-8C220137B428}"/>
              </a:ext>
            </a:extLst>
          </p:cNvPr>
          <p:cNvPicPr>
            <a:picLocks noChangeAspect="1"/>
          </p:cNvPicPr>
          <p:nvPr/>
        </p:nvPicPr>
        <p:blipFill>
          <a:blip r:embed="rId2"/>
          <a:stretch>
            <a:fillRect/>
          </a:stretch>
        </p:blipFill>
        <p:spPr>
          <a:xfrm>
            <a:off x="5614512" y="1607684"/>
            <a:ext cx="5739288" cy="3460877"/>
          </a:xfrm>
          <a:prstGeom prst="rect">
            <a:avLst/>
          </a:prstGeom>
        </p:spPr>
      </p:pic>
    </p:spTree>
    <p:extLst>
      <p:ext uri="{BB962C8B-B14F-4D97-AF65-F5344CB8AC3E}">
        <p14:creationId xmlns:p14="http://schemas.microsoft.com/office/powerpoint/2010/main" val="2698830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F95D7-159D-888D-E5C4-3E089AD439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1E2532-5EF1-5182-7549-1BFAD9A6DE36}"/>
              </a:ext>
            </a:extLst>
          </p:cNvPr>
          <p:cNvSpPr>
            <a:spLocks noGrp="1"/>
          </p:cNvSpPr>
          <p:nvPr>
            <p:ph idx="1"/>
          </p:nvPr>
        </p:nvSpPr>
        <p:spPr>
          <a:xfrm>
            <a:off x="838199" y="1065791"/>
            <a:ext cx="5931993" cy="5219952"/>
          </a:xfrm>
        </p:spPr>
        <p:txBody>
          <a:bodyPr>
            <a:normAutofit/>
          </a:bodyPr>
          <a:lstStyle/>
          <a:p>
            <a:r>
              <a:rPr lang="en-US" dirty="0"/>
              <a:t>All ports and interfaces should have appropriate stereotype applied</a:t>
            </a:r>
          </a:p>
          <a:p>
            <a:r>
              <a:rPr lang="en-US" dirty="0"/>
              <a:t>Note separate stereotypes for ports vs interfaces</a:t>
            </a:r>
          </a:p>
          <a:p>
            <a:r>
              <a:rPr lang="en-US" dirty="0"/>
              <a:t>The above statements are true even when specializing the library elements shown earlier</a:t>
            </a:r>
          </a:p>
        </p:txBody>
      </p:sp>
      <p:sp>
        <p:nvSpPr>
          <p:cNvPr id="3" name="Title 2">
            <a:extLst>
              <a:ext uri="{FF2B5EF4-FFF2-40B4-BE49-F238E27FC236}">
                <a16:creationId xmlns:a16="http://schemas.microsoft.com/office/drawing/2014/main" id="{ABAFD655-3278-5161-23D6-461A1F7BCF6A}"/>
              </a:ext>
            </a:extLst>
          </p:cNvPr>
          <p:cNvSpPr>
            <a:spLocks noGrp="1"/>
          </p:cNvSpPr>
          <p:nvPr>
            <p:ph type="title"/>
          </p:nvPr>
        </p:nvSpPr>
        <p:spPr/>
        <p:txBody>
          <a:bodyPr>
            <a:normAutofit fontScale="90000"/>
          </a:bodyPr>
          <a:lstStyle/>
          <a:p>
            <a:r>
              <a:rPr lang="en-US" dirty="0"/>
              <a:t>Stereotypes – Ports</a:t>
            </a:r>
          </a:p>
        </p:txBody>
      </p:sp>
      <p:sp>
        <p:nvSpPr>
          <p:cNvPr id="4" name="Footer Placeholder 3">
            <a:extLst>
              <a:ext uri="{FF2B5EF4-FFF2-40B4-BE49-F238E27FC236}">
                <a16:creationId xmlns:a16="http://schemas.microsoft.com/office/drawing/2014/main" id="{A35068DA-7351-0C1D-3659-8579C1616B22}"/>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335A2374-1940-8450-0653-EC2862B07DEC}"/>
              </a:ext>
            </a:extLst>
          </p:cNvPr>
          <p:cNvSpPr>
            <a:spLocks noGrp="1"/>
          </p:cNvSpPr>
          <p:nvPr>
            <p:ph type="sldNum" sz="quarter" idx="11"/>
          </p:nvPr>
        </p:nvSpPr>
        <p:spPr/>
        <p:txBody>
          <a:bodyPr/>
          <a:lstStyle/>
          <a:p>
            <a:fld id="{8BDF982E-8A8B-A649-9421-0AFF13AD0ECF}" type="slidenum">
              <a:rPr lang="en-US" smtClean="0"/>
              <a:pPr/>
              <a:t>18</a:t>
            </a:fld>
            <a:endParaRPr lang="en-US" dirty="0"/>
          </a:p>
        </p:txBody>
      </p:sp>
      <p:pic>
        <p:nvPicPr>
          <p:cNvPr id="6" name="Picture 5">
            <a:extLst>
              <a:ext uri="{FF2B5EF4-FFF2-40B4-BE49-F238E27FC236}">
                <a16:creationId xmlns:a16="http://schemas.microsoft.com/office/drawing/2014/main" id="{F8B1C866-F90E-CC9F-C227-45EFB69F90D3}"/>
              </a:ext>
            </a:extLst>
          </p:cNvPr>
          <p:cNvPicPr>
            <a:picLocks noChangeAspect="1"/>
          </p:cNvPicPr>
          <p:nvPr/>
        </p:nvPicPr>
        <p:blipFill>
          <a:blip r:embed="rId2"/>
          <a:stretch>
            <a:fillRect/>
          </a:stretch>
        </p:blipFill>
        <p:spPr>
          <a:xfrm>
            <a:off x="7153884" y="1014107"/>
            <a:ext cx="4714812" cy="5344808"/>
          </a:xfrm>
          <a:prstGeom prst="rect">
            <a:avLst/>
          </a:prstGeom>
        </p:spPr>
      </p:pic>
    </p:spTree>
    <p:extLst>
      <p:ext uri="{BB962C8B-B14F-4D97-AF65-F5344CB8AC3E}">
        <p14:creationId xmlns:p14="http://schemas.microsoft.com/office/powerpoint/2010/main" val="4019197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E9B7D-F347-7DA7-A1B1-BAABE2D15D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15FFD1-4375-598C-E33F-D638E5D90DE9}"/>
              </a:ext>
            </a:extLst>
          </p:cNvPr>
          <p:cNvSpPr>
            <a:spLocks noGrp="1"/>
          </p:cNvSpPr>
          <p:nvPr>
            <p:ph idx="1"/>
          </p:nvPr>
        </p:nvSpPr>
        <p:spPr>
          <a:xfrm>
            <a:off x="838199" y="1065791"/>
            <a:ext cx="4745091" cy="5219952"/>
          </a:xfrm>
        </p:spPr>
        <p:txBody>
          <a:bodyPr>
            <a:normAutofit/>
          </a:bodyPr>
          <a:lstStyle/>
          <a:p>
            <a:r>
              <a:rPr lang="en-US" dirty="0"/>
              <a:t>All model elements using the pattern should have appropriate stereotype applied</a:t>
            </a:r>
          </a:p>
          <a:p>
            <a:pPr lvl="1"/>
            <a:r>
              <a:rPr lang="en-US" dirty="0"/>
              <a:t>Even when specializing the library elements shown earlier</a:t>
            </a:r>
          </a:p>
          <a:p>
            <a:r>
              <a:rPr lang="en-US" dirty="0"/>
              <a:t>Note the same stereotypes for association and connector</a:t>
            </a:r>
          </a:p>
        </p:txBody>
      </p:sp>
      <p:sp>
        <p:nvSpPr>
          <p:cNvPr id="3" name="Title 2">
            <a:extLst>
              <a:ext uri="{FF2B5EF4-FFF2-40B4-BE49-F238E27FC236}">
                <a16:creationId xmlns:a16="http://schemas.microsoft.com/office/drawing/2014/main" id="{90060137-E198-307F-F76D-9791E25FA01B}"/>
              </a:ext>
            </a:extLst>
          </p:cNvPr>
          <p:cNvSpPr>
            <a:spLocks noGrp="1"/>
          </p:cNvSpPr>
          <p:nvPr>
            <p:ph type="title"/>
          </p:nvPr>
        </p:nvSpPr>
        <p:spPr/>
        <p:txBody>
          <a:bodyPr>
            <a:normAutofit fontScale="90000"/>
          </a:bodyPr>
          <a:lstStyle/>
          <a:p>
            <a:r>
              <a:rPr lang="en-US" dirty="0"/>
              <a:t>Stereotypes – Connections and Flows</a:t>
            </a:r>
          </a:p>
        </p:txBody>
      </p:sp>
      <p:sp>
        <p:nvSpPr>
          <p:cNvPr id="4" name="Footer Placeholder 3">
            <a:extLst>
              <a:ext uri="{FF2B5EF4-FFF2-40B4-BE49-F238E27FC236}">
                <a16:creationId xmlns:a16="http://schemas.microsoft.com/office/drawing/2014/main" id="{E6EB8CFA-51B5-C570-7C0D-19362B0F2F2D}"/>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54CB0B71-74B1-85EA-9EAD-F52D1B565A9F}"/>
              </a:ext>
            </a:extLst>
          </p:cNvPr>
          <p:cNvSpPr>
            <a:spLocks noGrp="1"/>
          </p:cNvSpPr>
          <p:nvPr>
            <p:ph type="sldNum" sz="quarter" idx="11"/>
          </p:nvPr>
        </p:nvSpPr>
        <p:spPr/>
        <p:txBody>
          <a:bodyPr/>
          <a:lstStyle/>
          <a:p>
            <a:fld id="{8BDF982E-8A8B-A649-9421-0AFF13AD0ECF}" type="slidenum">
              <a:rPr lang="en-US" smtClean="0"/>
              <a:pPr/>
              <a:t>19</a:t>
            </a:fld>
            <a:endParaRPr lang="en-US" dirty="0"/>
          </a:p>
        </p:txBody>
      </p:sp>
      <p:pic>
        <p:nvPicPr>
          <p:cNvPr id="7" name="Picture 6">
            <a:extLst>
              <a:ext uri="{FF2B5EF4-FFF2-40B4-BE49-F238E27FC236}">
                <a16:creationId xmlns:a16="http://schemas.microsoft.com/office/drawing/2014/main" id="{4EAC087C-80E7-1B36-3F5E-A82F27CF9965}"/>
              </a:ext>
            </a:extLst>
          </p:cNvPr>
          <p:cNvPicPr>
            <a:picLocks noChangeAspect="1"/>
          </p:cNvPicPr>
          <p:nvPr/>
        </p:nvPicPr>
        <p:blipFill>
          <a:blip r:embed="rId2"/>
          <a:stretch>
            <a:fillRect/>
          </a:stretch>
        </p:blipFill>
        <p:spPr>
          <a:xfrm>
            <a:off x="5728330" y="1065790"/>
            <a:ext cx="6169425" cy="5068561"/>
          </a:xfrm>
          <a:prstGeom prst="rect">
            <a:avLst/>
          </a:prstGeom>
        </p:spPr>
      </p:pic>
    </p:spTree>
    <p:extLst>
      <p:ext uri="{BB962C8B-B14F-4D97-AF65-F5344CB8AC3E}">
        <p14:creationId xmlns:p14="http://schemas.microsoft.com/office/powerpoint/2010/main" val="1963126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09B45-1EBB-DBAC-F27A-948A514C69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09C409-E34F-7987-EF55-42BCAAAEDF4A}"/>
              </a:ext>
            </a:extLst>
          </p:cNvPr>
          <p:cNvSpPr>
            <a:spLocks noGrp="1"/>
          </p:cNvSpPr>
          <p:nvPr>
            <p:ph type="title"/>
          </p:nvPr>
        </p:nvSpPr>
        <p:spPr/>
        <p:txBody>
          <a:bodyPr>
            <a:normAutofit fontScale="90000"/>
          </a:bodyPr>
          <a:lstStyle/>
          <a:p>
            <a:r>
              <a:rPr lang="en-US" dirty="0"/>
              <a:t>Stereotypes – Complete Set</a:t>
            </a:r>
          </a:p>
        </p:txBody>
      </p:sp>
      <p:sp>
        <p:nvSpPr>
          <p:cNvPr id="4" name="Footer Placeholder 3">
            <a:extLst>
              <a:ext uri="{FF2B5EF4-FFF2-40B4-BE49-F238E27FC236}">
                <a16:creationId xmlns:a16="http://schemas.microsoft.com/office/drawing/2014/main" id="{45111E60-D18E-2709-BF27-18B1B16C7DB3}"/>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3A8282AC-3A69-7976-0CDB-BB6392B4AE86}"/>
              </a:ext>
            </a:extLst>
          </p:cNvPr>
          <p:cNvSpPr>
            <a:spLocks noGrp="1"/>
          </p:cNvSpPr>
          <p:nvPr>
            <p:ph type="sldNum" sz="quarter" idx="11"/>
          </p:nvPr>
        </p:nvSpPr>
        <p:spPr/>
        <p:txBody>
          <a:bodyPr/>
          <a:lstStyle/>
          <a:p>
            <a:fld id="{8BDF982E-8A8B-A649-9421-0AFF13AD0ECF}" type="slidenum">
              <a:rPr lang="en-US" smtClean="0"/>
              <a:pPr/>
              <a:t>20</a:t>
            </a:fld>
            <a:endParaRPr lang="en-US" dirty="0"/>
          </a:p>
        </p:txBody>
      </p:sp>
      <p:sp>
        <p:nvSpPr>
          <p:cNvPr id="8" name="Content Placeholder 7">
            <a:extLst>
              <a:ext uri="{FF2B5EF4-FFF2-40B4-BE49-F238E27FC236}">
                <a16:creationId xmlns:a16="http://schemas.microsoft.com/office/drawing/2014/main" id="{4040C004-ED81-7F42-5963-ECB67E26A8E1}"/>
              </a:ext>
            </a:extLst>
          </p:cNvPr>
          <p:cNvSpPr>
            <a:spLocks noGrp="1"/>
          </p:cNvSpPr>
          <p:nvPr>
            <p:ph idx="1"/>
          </p:nvPr>
        </p:nvSpPr>
        <p:spPr>
          <a:xfrm>
            <a:off x="838200" y="908892"/>
            <a:ext cx="3830690" cy="5388961"/>
          </a:xfrm>
        </p:spPr>
        <p:txBody>
          <a:bodyPr>
            <a:normAutofit fontScale="70000" lnSpcReduction="20000"/>
          </a:bodyPr>
          <a:lstStyle/>
          <a:p>
            <a:r>
              <a:rPr lang="en-US" dirty="0"/>
              <a:t>Reminders</a:t>
            </a:r>
          </a:p>
          <a:p>
            <a:pPr lvl="1"/>
            <a:r>
              <a:rPr lang="en-US" dirty="0"/>
              <a:t>These stereotypes are applied to mark the aspects of the Layered Comms pattern aspect being used</a:t>
            </a:r>
          </a:p>
          <a:p>
            <a:pPr lvl="1"/>
            <a:r>
              <a:rPr lang="en-US" dirty="0"/>
              <a:t>Assists in human readability and tool support for creation and tool checking/queries</a:t>
            </a:r>
          </a:p>
          <a:p>
            <a:pPr lvl="1"/>
            <a:r>
              <a:rPr lang="en-US" dirty="0"/>
              <a:t>Remember to apply the appropriate stereotypes in user models, even when using specialization from the supplied library elements</a:t>
            </a:r>
          </a:p>
        </p:txBody>
      </p:sp>
      <p:pic>
        <p:nvPicPr>
          <p:cNvPr id="9" name="Picture 8">
            <a:extLst>
              <a:ext uri="{FF2B5EF4-FFF2-40B4-BE49-F238E27FC236}">
                <a16:creationId xmlns:a16="http://schemas.microsoft.com/office/drawing/2014/main" id="{784C1DE5-8394-22CE-A752-F068DEB785F6}"/>
              </a:ext>
            </a:extLst>
          </p:cNvPr>
          <p:cNvPicPr>
            <a:picLocks noChangeAspect="1"/>
          </p:cNvPicPr>
          <p:nvPr/>
        </p:nvPicPr>
        <p:blipFill>
          <a:blip r:embed="rId2"/>
          <a:stretch>
            <a:fillRect/>
          </a:stretch>
        </p:blipFill>
        <p:spPr>
          <a:xfrm>
            <a:off x="4724400" y="908892"/>
            <a:ext cx="7255784" cy="5433917"/>
          </a:xfrm>
          <a:prstGeom prst="rect">
            <a:avLst/>
          </a:prstGeom>
        </p:spPr>
      </p:pic>
    </p:spTree>
    <p:extLst>
      <p:ext uri="{BB962C8B-B14F-4D97-AF65-F5344CB8AC3E}">
        <p14:creationId xmlns:p14="http://schemas.microsoft.com/office/powerpoint/2010/main" val="2001847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134C8-6905-0A42-943A-A8BED407F1D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BC85F74-D73A-1A13-5ACE-D7438AB1450A}"/>
              </a:ext>
            </a:extLst>
          </p:cNvPr>
          <p:cNvSpPr>
            <a:spLocks noGrp="1"/>
          </p:cNvSpPr>
          <p:nvPr>
            <p:ph type="title"/>
          </p:nvPr>
        </p:nvSpPr>
        <p:spPr/>
        <p:txBody>
          <a:bodyPr anchor="ctr"/>
          <a:lstStyle/>
          <a:p>
            <a:r>
              <a:rPr lang="en-US" sz="2800" dirty="0"/>
              <a:t>Layered Comms Protocol Definition “Pre-Fab”</a:t>
            </a:r>
          </a:p>
        </p:txBody>
      </p:sp>
      <p:sp>
        <p:nvSpPr>
          <p:cNvPr id="6" name="Text Placeholder 5">
            <a:extLst>
              <a:ext uri="{FF2B5EF4-FFF2-40B4-BE49-F238E27FC236}">
                <a16:creationId xmlns:a16="http://schemas.microsoft.com/office/drawing/2014/main" id="{0DDDADDF-6D4F-B789-B1CB-53B80280631E}"/>
              </a:ext>
            </a:extLst>
          </p:cNvPr>
          <p:cNvSpPr>
            <a:spLocks noGrp="1"/>
          </p:cNvSpPr>
          <p:nvPr>
            <p:ph type="body" idx="1"/>
          </p:nvPr>
        </p:nvSpPr>
        <p:spPr/>
        <p:txBody>
          <a:bodyPr>
            <a:normAutofit fontScale="92500" lnSpcReduction="20000"/>
          </a:bodyPr>
          <a:lstStyle/>
          <a:p>
            <a:r>
              <a:rPr lang="en-US" dirty="0"/>
              <a:t>Available to bootstrap a user model package that defines a protocol model.</a:t>
            </a:r>
          </a:p>
          <a:p>
            <a:r>
              <a:rPr lang="en-US" dirty="0"/>
              <a:t>Copy from the profile library; Paste into the user model; Rename things; Augment</a:t>
            </a:r>
          </a:p>
        </p:txBody>
      </p:sp>
      <p:sp>
        <p:nvSpPr>
          <p:cNvPr id="4" name="Slide Number Placeholder 3">
            <a:extLst>
              <a:ext uri="{FF2B5EF4-FFF2-40B4-BE49-F238E27FC236}">
                <a16:creationId xmlns:a16="http://schemas.microsoft.com/office/drawing/2014/main" id="{48425C56-F76B-6661-7DF8-56628B287549}"/>
              </a:ext>
            </a:extLst>
          </p:cNvPr>
          <p:cNvSpPr>
            <a:spLocks noGrp="1"/>
          </p:cNvSpPr>
          <p:nvPr>
            <p:ph type="sldNum" sz="quarter" idx="11"/>
          </p:nvPr>
        </p:nvSpPr>
        <p:spPr/>
        <p:txBody>
          <a:bodyPr/>
          <a:lstStyle/>
          <a:p>
            <a:pPr>
              <a:defRPr/>
            </a:pPr>
            <a:fld id="{5AA4D864-0F32-A846-8BD6-A787749E0AAE}" type="slidenum">
              <a:rPr lang="en-US" altLang="en-US" smtClean="0"/>
              <a:pPr>
                <a:defRPr/>
              </a:pPr>
              <a:t>21</a:t>
            </a:fld>
            <a:endParaRPr lang="en-US" altLang="en-US"/>
          </a:p>
        </p:txBody>
      </p:sp>
      <p:sp>
        <p:nvSpPr>
          <p:cNvPr id="7" name="Footer Placeholder 6">
            <a:extLst>
              <a:ext uri="{FF2B5EF4-FFF2-40B4-BE49-F238E27FC236}">
                <a16:creationId xmlns:a16="http://schemas.microsoft.com/office/drawing/2014/main" id="{41B9272E-D8C4-0575-3D5D-5E4B46B684FF}"/>
              </a:ext>
            </a:extLst>
          </p:cNvPr>
          <p:cNvSpPr>
            <a:spLocks noGrp="1"/>
          </p:cNvSpPr>
          <p:nvPr>
            <p:ph type="ftr" sz="quarter" idx="10"/>
          </p:nvPr>
        </p:nvSpPr>
        <p:spPr/>
        <p:txBody>
          <a:bodyPr/>
          <a:lstStyle/>
          <a:p>
            <a:pPr>
              <a:defRPr/>
            </a:pPr>
            <a:r>
              <a:rPr lang="en-US" dirty="0"/>
              <a:t>CC-BY-4.0   03 July 2026</a:t>
            </a:r>
          </a:p>
        </p:txBody>
      </p:sp>
    </p:spTree>
    <p:extLst>
      <p:ext uri="{BB962C8B-B14F-4D97-AF65-F5344CB8AC3E}">
        <p14:creationId xmlns:p14="http://schemas.microsoft.com/office/powerpoint/2010/main" val="1953970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C4C91-F9B0-9119-2C7B-B71C3638AB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9E761A-6966-E915-6C34-2105BBFDE1FC}"/>
              </a:ext>
            </a:extLst>
          </p:cNvPr>
          <p:cNvSpPr>
            <a:spLocks noGrp="1"/>
          </p:cNvSpPr>
          <p:nvPr>
            <p:ph idx="1"/>
          </p:nvPr>
        </p:nvSpPr>
        <p:spPr>
          <a:xfrm>
            <a:off x="838199" y="1065791"/>
            <a:ext cx="6470945" cy="5219952"/>
          </a:xfrm>
        </p:spPr>
        <p:txBody>
          <a:bodyPr>
            <a:normAutofit fontScale="70000" lnSpcReduction="20000"/>
          </a:bodyPr>
          <a:lstStyle/>
          <a:p>
            <a:r>
              <a:rPr lang="en-US" dirty="0"/>
              <a:t>Defining a protocol using the Layered Comms profile has many aspects</a:t>
            </a:r>
          </a:p>
          <a:p>
            <a:r>
              <a:rPr lang="en-US" dirty="0"/>
              <a:t>The </a:t>
            </a:r>
            <a:r>
              <a:rPr lang="en-US" sz="2400" dirty="0">
                <a:latin typeface="Courier New" panose="02070309020205020404" pitchFamily="49" charset="0"/>
                <a:cs typeface="Courier New" panose="02070309020205020404" pitchFamily="49" charset="0"/>
              </a:rPr>
              <a:t>_</a:t>
            </a:r>
            <a:r>
              <a:rPr lang="en-US" sz="2400" dirty="0" err="1">
                <a:latin typeface="Courier New" panose="02070309020205020404" pitchFamily="49" charset="0"/>
                <a:cs typeface="Courier New" panose="02070309020205020404" pitchFamily="49" charset="0"/>
              </a:rPr>
              <a:t>Prefab_ProtoX_Protocol</a:t>
            </a:r>
            <a:r>
              <a:rPr lang="en-US" sz="2400" dirty="0">
                <a:latin typeface="Courier New" panose="02070309020205020404" pitchFamily="49" charset="0"/>
                <a:cs typeface="Courier New" panose="02070309020205020404" pitchFamily="49" charset="0"/>
              </a:rPr>
              <a:t> </a:t>
            </a:r>
            <a:r>
              <a:rPr lang="en-US" dirty="0"/>
              <a:t>package is a good starting point to assist in that task</a:t>
            </a:r>
          </a:p>
          <a:p>
            <a:pPr lvl="1"/>
            <a:r>
              <a:rPr lang="en-US" dirty="0"/>
              <a:t>To get started, copy that package and paste into your user model and rename it according to the protocol to be defined</a:t>
            </a:r>
          </a:p>
          <a:p>
            <a:r>
              <a:rPr lang="en-US" dirty="0" err="1"/>
              <a:t>ProtoX</a:t>
            </a:r>
            <a:r>
              <a:rPr lang="en-US" dirty="0"/>
              <a:t> is the name of the protocol</a:t>
            </a:r>
          </a:p>
          <a:p>
            <a:r>
              <a:rPr lang="en-US" dirty="0"/>
              <a:t>Library elements from the profile are specialized (with applied stereotypes) for the </a:t>
            </a:r>
            <a:r>
              <a:rPr lang="en-US" dirty="0" err="1"/>
              <a:t>ProtoX</a:t>
            </a:r>
            <a:r>
              <a:rPr lang="en-US" dirty="0"/>
              <a:t> protocol</a:t>
            </a:r>
          </a:p>
          <a:p>
            <a:r>
              <a:rPr lang="en-US" dirty="0"/>
              <a:t>Recommended diagrams are also present</a:t>
            </a:r>
          </a:p>
          <a:p>
            <a:r>
              <a:rPr lang="en-US" dirty="0"/>
              <a:t>The package named </a:t>
            </a:r>
            <a:r>
              <a:rPr lang="en-US" dirty="0">
                <a:latin typeface="Courier New" panose="02070309020205020404" pitchFamily="49" charset="0"/>
                <a:cs typeface="Courier New" panose="02070309020205020404" pitchFamily="49" charset="0"/>
              </a:rPr>
              <a:t>To Be Renamed </a:t>
            </a:r>
            <a:r>
              <a:rPr lang="en-US" dirty="0"/>
              <a:t>is a smart package having the elements that need to be renamed (</a:t>
            </a:r>
            <a:r>
              <a:rPr lang="en-US" dirty="0" err="1"/>
              <a:t>find&amp;replace</a:t>
            </a:r>
            <a:r>
              <a:rPr lang="en-US" dirty="0"/>
              <a:t> “</a:t>
            </a:r>
            <a:r>
              <a:rPr lang="en-US" dirty="0" err="1"/>
              <a:t>protox</a:t>
            </a:r>
            <a:r>
              <a:rPr lang="en-US" dirty="0"/>
              <a:t>” with your protocol name).</a:t>
            </a:r>
          </a:p>
          <a:p>
            <a:pPr lvl="1"/>
            <a:r>
              <a:rPr lang="en-US" dirty="0"/>
              <a:t>Afterwards, delete the </a:t>
            </a:r>
            <a:r>
              <a:rPr lang="en-US" dirty="0">
                <a:latin typeface="Courier New" panose="02070309020205020404" pitchFamily="49" charset="0"/>
                <a:cs typeface="Courier New" panose="02070309020205020404" pitchFamily="49" charset="0"/>
              </a:rPr>
              <a:t>To Be Renamed </a:t>
            </a:r>
            <a:r>
              <a:rPr lang="en-US" dirty="0"/>
              <a:t>package.</a:t>
            </a:r>
          </a:p>
          <a:p>
            <a:endParaRPr lang="en-US" dirty="0"/>
          </a:p>
          <a:p>
            <a:endParaRPr lang="en-US" dirty="0"/>
          </a:p>
        </p:txBody>
      </p:sp>
      <p:sp>
        <p:nvSpPr>
          <p:cNvPr id="3" name="Title 2">
            <a:extLst>
              <a:ext uri="{FF2B5EF4-FFF2-40B4-BE49-F238E27FC236}">
                <a16:creationId xmlns:a16="http://schemas.microsoft.com/office/drawing/2014/main" id="{03D5859C-275C-5065-1288-657494E8BF33}"/>
              </a:ext>
            </a:extLst>
          </p:cNvPr>
          <p:cNvSpPr>
            <a:spLocks noGrp="1"/>
          </p:cNvSpPr>
          <p:nvPr>
            <p:ph type="title"/>
          </p:nvPr>
        </p:nvSpPr>
        <p:spPr/>
        <p:txBody>
          <a:bodyPr>
            <a:normAutofit fontScale="90000"/>
          </a:bodyPr>
          <a:lstStyle/>
          <a:p>
            <a:r>
              <a:rPr lang="en-US" dirty="0"/>
              <a:t>The Protocol Model Pre-Fab</a:t>
            </a:r>
          </a:p>
        </p:txBody>
      </p:sp>
      <p:sp>
        <p:nvSpPr>
          <p:cNvPr id="4" name="Footer Placeholder 3">
            <a:extLst>
              <a:ext uri="{FF2B5EF4-FFF2-40B4-BE49-F238E27FC236}">
                <a16:creationId xmlns:a16="http://schemas.microsoft.com/office/drawing/2014/main" id="{4C9EEF45-EC07-7565-2B23-E368A5E15B9F}"/>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353ABF1A-5BC2-8DFE-DD35-5FBFAE24E846}"/>
              </a:ext>
            </a:extLst>
          </p:cNvPr>
          <p:cNvSpPr>
            <a:spLocks noGrp="1"/>
          </p:cNvSpPr>
          <p:nvPr>
            <p:ph type="sldNum" sz="quarter" idx="11"/>
          </p:nvPr>
        </p:nvSpPr>
        <p:spPr/>
        <p:txBody>
          <a:bodyPr/>
          <a:lstStyle/>
          <a:p>
            <a:fld id="{8BDF982E-8A8B-A649-9421-0AFF13AD0ECF}" type="slidenum">
              <a:rPr lang="en-US" smtClean="0"/>
              <a:pPr/>
              <a:t>22</a:t>
            </a:fld>
            <a:endParaRPr lang="en-US" dirty="0"/>
          </a:p>
        </p:txBody>
      </p:sp>
      <p:pic>
        <p:nvPicPr>
          <p:cNvPr id="6" name="Picture 5">
            <a:extLst>
              <a:ext uri="{FF2B5EF4-FFF2-40B4-BE49-F238E27FC236}">
                <a16:creationId xmlns:a16="http://schemas.microsoft.com/office/drawing/2014/main" id="{67054F0B-2A3C-D81E-D95B-DADD5CA07925}"/>
              </a:ext>
            </a:extLst>
          </p:cNvPr>
          <p:cNvPicPr>
            <a:picLocks noChangeAspect="1"/>
          </p:cNvPicPr>
          <p:nvPr/>
        </p:nvPicPr>
        <p:blipFill>
          <a:blip r:embed="rId2"/>
          <a:stretch>
            <a:fillRect/>
          </a:stretch>
        </p:blipFill>
        <p:spPr>
          <a:xfrm>
            <a:off x="7588712" y="1616853"/>
            <a:ext cx="4269147" cy="3833213"/>
          </a:xfrm>
          <a:prstGeom prst="rect">
            <a:avLst/>
          </a:prstGeom>
        </p:spPr>
      </p:pic>
      <p:sp>
        <p:nvSpPr>
          <p:cNvPr id="8" name="Left Arrow 7">
            <a:extLst>
              <a:ext uri="{FF2B5EF4-FFF2-40B4-BE49-F238E27FC236}">
                <a16:creationId xmlns:a16="http://schemas.microsoft.com/office/drawing/2014/main" id="{02BDDC28-4078-CBED-55B4-AFFC1330B546}"/>
              </a:ext>
            </a:extLst>
          </p:cNvPr>
          <p:cNvSpPr/>
          <p:nvPr/>
        </p:nvSpPr>
        <p:spPr>
          <a:xfrm rot="11282245">
            <a:off x="6937361" y="2112682"/>
            <a:ext cx="651353"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Left Arrow 8">
            <a:extLst>
              <a:ext uri="{FF2B5EF4-FFF2-40B4-BE49-F238E27FC236}">
                <a16:creationId xmlns:a16="http://schemas.microsoft.com/office/drawing/2014/main" id="{B93D25B1-41A1-FF25-EDC8-CD022B554074}"/>
              </a:ext>
            </a:extLst>
          </p:cNvPr>
          <p:cNvSpPr/>
          <p:nvPr/>
        </p:nvSpPr>
        <p:spPr>
          <a:xfrm rot="7148015" flipV="1">
            <a:off x="6297423" y="4081770"/>
            <a:ext cx="2144495" cy="6450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4651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7206D7-EAF5-91A7-349D-B6F234993B4F}"/>
              </a:ext>
            </a:extLst>
          </p:cNvPr>
          <p:cNvSpPr>
            <a:spLocks noGrp="1"/>
          </p:cNvSpPr>
          <p:nvPr>
            <p:ph idx="1"/>
          </p:nvPr>
        </p:nvSpPr>
        <p:spPr>
          <a:xfrm>
            <a:off x="838200" y="1023979"/>
            <a:ext cx="2511056" cy="5196068"/>
          </a:xfrm>
        </p:spPr>
        <p:txBody>
          <a:bodyPr/>
          <a:lstStyle/>
          <a:p>
            <a:r>
              <a:rPr lang="en-US" dirty="0"/>
              <a:t>Specific protocol elements already specialize profile model elements</a:t>
            </a:r>
          </a:p>
          <a:p>
            <a:r>
              <a:rPr lang="en-US" dirty="0"/>
              <a:t>Stereotypes are already applied</a:t>
            </a:r>
          </a:p>
        </p:txBody>
      </p:sp>
      <p:sp>
        <p:nvSpPr>
          <p:cNvPr id="3" name="Title 2">
            <a:extLst>
              <a:ext uri="{FF2B5EF4-FFF2-40B4-BE49-F238E27FC236}">
                <a16:creationId xmlns:a16="http://schemas.microsoft.com/office/drawing/2014/main" id="{C3FA4B34-8B06-3D4C-5E7B-727D3648A5D9}"/>
              </a:ext>
            </a:extLst>
          </p:cNvPr>
          <p:cNvSpPr>
            <a:spLocks noGrp="1"/>
          </p:cNvSpPr>
          <p:nvPr>
            <p:ph type="title"/>
          </p:nvPr>
        </p:nvSpPr>
        <p:spPr/>
        <p:txBody>
          <a:bodyPr>
            <a:normAutofit fontScale="90000"/>
          </a:bodyPr>
          <a:lstStyle/>
          <a:p>
            <a:r>
              <a:rPr lang="en-US" dirty="0" err="1"/>
              <a:t>ProtoX</a:t>
            </a:r>
            <a:r>
              <a:rPr lang="en-US" dirty="0"/>
              <a:t> from the Pre-Fab – PDU Aspects</a:t>
            </a:r>
          </a:p>
        </p:txBody>
      </p:sp>
      <p:sp>
        <p:nvSpPr>
          <p:cNvPr id="4" name="Footer Placeholder 3">
            <a:extLst>
              <a:ext uri="{FF2B5EF4-FFF2-40B4-BE49-F238E27FC236}">
                <a16:creationId xmlns:a16="http://schemas.microsoft.com/office/drawing/2014/main" id="{AB87E8F5-59A0-0CC0-D1A2-2B8E3F74A758}"/>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AB3EEBCE-8E01-08CC-B138-10AC55B9DA54}"/>
              </a:ext>
            </a:extLst>
          </p:cNvPr>
          <p:cNvSpPr>
            <a:spLocks noGrp="1"/>
          </p:cNvSpPr>
          <p:nvPr>
            <p:ph type="sldNum" sz="quarter" idx="11"/>
          </p:nvPr>
        </p:nvSpPr>
        <p:spPr/>
        <p:txBody>
          <a:bodyPr/>
          <a:lstStyle/>
          <a:p>
            <a:fld id="{8BDF982E-8A8B-A649-9421-0AFF13AD0ECF}" type="slidenum">
              <a:rPr lang="en-US" smtClean="0"/>
              <a:pPr/>
              <a:t>23</a:t>
            </a:fld>
            <a:endParaRPr lang="en-US" dirty="0"/>
          </a:p>
        </p:txBody>
      </p:sp>
      <p:pic>
        <p:nvPicPr>
          <p:cNvPr id="6" name="Picture 5">
            <a:extLst>
              <a:ext uri="{FF2B5EF4-FFF2-40B4-BE49-F238E27FC236}">
                <a16:creationId xmlns:a16="http://schemas.microsoft.com/office/drawing/2014/main" id="{D3E8296E-2860-ED66-2A85-9A53659A7945}"/>
              </a:ext>
            </a:extLst>
          </p:cNvPr>
          <p:cNvPicPr>
            <a:picLocks noChangeAspect="1"/>
          </p:cNvPicPr>
          <p:nvPr/>
        </p:nvPicPr>
        <p:blipFill>
          <a:blip r:embed="rId2"/>
          <a:stretch>
            <a:fillRect/>
          </a:stretch>
        </p:blipFill>
        <p:spPr>
          <a:xfrm>
            <a:off x="3416669" y="958922"/>
            <a:ext cx="8718550" cy="5326182"/>
          </a:xfrm>
          <a:prstGeom prst="rect">
            <a:avLst/>
          </a:prstGeom>
        </p:spPr>
      </p:pic>
    </p:spTree>
    <p:extLst>
      <p:ext uri="{BB962C8B-B14F-4D97-AF65-F5344CB8AC3E}">
        <p14:creationId xmlns:p14="http://schemas.microsoft.com/office/powerpoint/2010/main" val="1033217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42EDD-B958-F7F0-3B86-9EFA4E466CC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BF1C18-CA92-91F5-4812-49CE1909EDF9}"/>
              </a:ext>
            </a:extLst>
          </p:cNvPr>
          <p:cNvSpPr>
            <a:spLocks noGrp="1"/>
          </p:cNvSpPr>
          <p:nvPr>
            <p:ph idx="1"/>
          </p:nvPr>
        </p:nvSpPr>
        <p:spPr>
          <a:xfrm>
            <a:off x="356191" y="1023979"/>
            <a:ext cx="2993065" cy="5196068"/>
          </a:xfrm>
        </p:spPr>
        <p:txBody>
          <a:bodyPr/>
          <a:lstStyle/>
          <a:p>
            <a:r>
              <a:rPr lang="en-US" dirty="0"/>
              <a:t>Specific protocol elements already specialize profile model elements</a:t>
            </a:r>
          </a:p>
          <a:p>
            <a:r>
              <a:rPr lang="en-US" dirty="0"/>
              <a:t>Stereotypes are already applied</a:t>
            </a:r>
          </a:p>
        </p:txBody>
      </p:sp>
      <p:sp>
        <p:nvSpPr>
          <p:cNvPr id="3" name="Title 2">
            <a:extLst>
              <a:ext uri="{FF2B5EF4-FFF2-40B4-BE49-F238E27FC236}">
                <a16:creationId xmlns:a16="http://schemas.microsoft.com/office/drawing/2014/main" id="{B8DDA4CA-0A51-88DB-849C-8CF9EE31CD1F}"/>
              </a:ext>
            </a:extLst>
          </p:cNvPr>
          <p:cNvSpPr>
            <a:spLocks noGrp="1"/>
          </p:cNvSpPr>
          <p:nvPr>
            <p:ph type="title"/>
          </p:nvPr>
        </p:nvSpPr>
        <p:spPr/>
        <p:txBody>
          <a:bodyPr>
            <a:normAutofit fontScale="90000"/>
          </a:bodyPr>
          <a:lstStyle/>
          <a:p>
            <a:r>
              <a:rPr lang="en-US" dirty="0" err="1"/>
              <a:t>ProtoX</a:t>
            </a:r>
            <a:r>
              <a:rPr lang="en-US" dirty="0"/>
              <a:t> from the Pre-Fab – SDU Aspects</a:t>
            </a:r>
          </a:p>
        </p:txBody>
      </p:sp>
      <p:sp>
        <p:nvSpPr>
          <p:cNvPr id="4" name="Footer Placeholder 3">
            <a:extLst>
              <a:ext uri="{FF2B5EF4-FFF2-40B4-BE49-F238E27FC236}">
                <a16:creationId xmlns:a16="http://schemas.microsoft.com/office/drawing/2014/main" id="{CDC5B8B7-6BE9-F2B5-4D1D-4AC6F44D90FD}"/>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45740DCD-8A22-7F47-3C37-EAF999DF6371}"/>
              </a:ext>
            </a:extLst>
          </p:cNvPr>
          <p:cNvSpPr>
            <a:spLocks noGrp="1"/>
          </p:cNvSpPr>
          <p:nvPr>
            <p:ph type="sldNum" sz="quarter" idx="11"/>
          </p:nvPr>
        </p:nvSpPr>
        <p:spPr/>
        <p:txBody>
          <a:bodyPr/>
          <a:lstStyle/>
          <a:p>
            <a:fld id="{8BDF982E-8A8B-A649-9421-0AFF13AD0ECF}" type="slidenum">
              <a:rPr lang="en-US" smtClean="0"/>
              <a:pPr/>
              <a:t>24</a:t>
            </a:fld>
            <a:endParaRPr lang="en-US" dirty="0"/>
          </a:p>
        </p:txBody>
      </p:sp>
      <p:pic>
        <p:nvPicPr>
          <p:cNvPr id="7" name="Picture 6">
            <a:extLst>
              <a:ext uri="{FF2B5EF4-FFF2-40B4-BE49-F238E27FC236}">
                <a16:creationId xmlns:a16="http://schemas.microsoft.com/office/drawing/2014/main" id="{EA8AE722-C4D7-86E8-080A-98BC3758AD9D}"/>
              </a:ext>
            </a:extLst>
          </p:cNvPr>
          <p:cNvPicPr>
            <a:picLocks noChangeAspect="1"/>
          </p:cNvPicPr>
          <p:nvPr/>
        </p:nvPicPr>
        <p:blipFill>
          <a:blip r:embed="rId2"/>
          <a:stretch>
            <a:fillRect/>
          </a:stretch>
        </p:blipFill>
        <p:spPr>
          <a:xfrm>
            <a:off x="3231558" y="1355356"/>
            <a:ext cx="8898099" cy="4147288"/>
          </a:xfrm>
          <a:prstGeom prst="rect">
            <a:avLst/>
          </a:prstGeom>
        </p:spPr>
      </p:pic>
    </p:spTree>
    <p:extLst>
      <p:ext uri="{BB962C8B-B14F-4D97-AF65-F5344CB8AC3E}">
        <p14:creationId xmlns:p14="http://schemas.microsoft.com/office/powerpoint/2010/main" val="1484001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972EB-A4A4-E3A5-BD6C-8D1B030408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303EF0-4D78-3226-823D-2562C156AFF0}"/>
              </a:ext>
            </a:extLst>
          </p:cNvPr>
          <p:cNvSpPr>
            <a:spLocks noGrp="1"/>
          </p:cNvSpPr>
          <p:nvPr>
            <p:ph type="title"/>
          </p:nvPr>
        </p:nvSpPr>
        <p:spPr/>
        <p:txBody>
          <a:bodyPr>
            <a:normAutofit fontScale="90000"/>
          </a:bodyPr>
          <a:lstStyle/>
          <a:p>
            <a:r>
              <a:rPr lang="en-US" dirty="0" err="1"/>
              <a:t>ProtoX</a:t>
            </a:r>
            <a:r>
              <a:rPr lang="en-US" dirty="0"/>
              <a:t> from the Pre-Fab: All</a:t>
            </a:r>
          </a:p>
        </p:txBody>
      </p:sp>
      <p:sp>
        <p:nvSpPr>
          <p:cNvPr id="4" name="Footer Placeholder 3">
            <a:extLst>
              <a:ext uri="{FF2B5EF4-FFF2-40B4-BE49-F238E27FC236}">
                <a16:creationId xmlns:a16="http://schemas.microsoft.com/office/drawing/2014/main" id="{FEC36D8A-9984-3B9A-59A6-72EE3DBE7AA2}"/>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302E5764-0C56-A415-8F87-F8903FF8987F}"/>
              </a:ext>
            </a:extLst>
          </p:cNvPr>
          <p:cNvSpPr>
            <a:spLocks noGrp="1"/>
          </p:cNvSpPr>
          <p:nvPr>
            <p:ph type="sldNum" sz="quarter" idx="11"/>
          </p:nvPr>
        </p:nvSpPr>
        <p:spPr/>
        <p:txBody>
          <a:bodyPr/>
          <a:lstStyle/>
          <a:p>
            <a:fld id="{8BDF982E-8A8B-A649-9421-0AFF13AD0ECF}" type="slidenum">
              <a:rPr lang="en-US" smtClean="0"/>
              <a:pPr/>
              <a:t>25</a:t>
            </a:fld>
            <a:endParaRPr lang="en-US" dirty="0"/>
          </a:p>
        </p:txBody>
      </p:sp>
      <p:pic>
        <p:nvPicPr>
          <p:cNvPr id="10" name="Content Placeholder 9">
            <a:extLst>
              <a:ext uri="{FF2B5EF4-FFF2-40B4-BE49-F238E27FC236}">
                <a16:creationId xmlns:a16="http://schemas.microsoft.com/office/drawing/2014/main" id="{80D4DE7B-CC0F-DBEF-2AC8-5B7451768405}"/>
              </a:ext>
            </a:extLst>
          </p:cNvPr>
          <p:cNvPicPr>
            <a:picLocks noGrp="1" noChangeAspect="1"/>
          </p:cNvPicPr>
          <p:nvPr>
            <p:ph idx="1"/>
          </p:nvPr>
        </p:nvPicPr>
        <p:blipFill>
          <a:blip r:embed="rId2"/>
          <a:stretch>
            <a:fillRect/>
          </a:stretch>
        </p:blipFill>
        <p:spPr>
          <a:xfrm>
            <a:off x="59409" y="954236"/>
            <a:ext cx="11865005" cy="5422308"/>
          </a:xfrm>
          <a:prstGeom prst="rect">
            <a:avLst/>
          </a:prstGeom>
        </p:spPr>
      </p:pic>
    </p:spTree>
    <p:extLst>
      <p:ext uri="{BB962C8B-B14F-4D97-AF65-F5344CB8AC3E}">
        <p14:creationId xmlns:p14="http://schemas.microsoft.com/office/powerpoint/2010/main" val="21703512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4554C-8216-F882-4966-DC5A45581D2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1636231-BE1B-2DB3-3F6C-BAA77B202B92}"/>
              </a:ext>
            </a:extLst>
          </p:cNvPr>
          <p:cNvSpPr>
            <a:spLocks noGrp="1"/>
          </p:cNvSpPr>
          <p:nvPr>
            <p:ph type="title"/>
          </p:nvPr>
        </p:nvSpPr>
        <p:spPr/>
        <p:txBody>
          <a:bodyPr anchor="ctr"/>
          <a:lstStyle/>
          <a:p>
            <a:r>
              <a:rPr lang="en-US" sz="2800" dirty="0"/>
              <a:t>Example: Using Already-Define Protocols to Model Two Hosts Communicating with a Layered Protocol Stack</a:t>
            </a:r>
          </a:p>
        </p:txBody>
      </p:sp>
      <p:sp>
        <p:nvSpPr>
          <p:cNvPr id="6" name="Text Placeholder 5">
            <a:extLst>
              <a:ext uri="{FF2B5EF4-FFF2-40B4-BE49-F238E27FC236}">
                <a16:creationId xmlns:a16="http://schemas.microsoft.com/office/drawing/2014/main" id="{6B9C9563-2507-044A-448D-1FD93AF57CD7}"/>
              </a:ext>
            </a:extLst>
          </p:cNvPr>
          <p:cNvSpPr>
            <a:spLocks noGrp="1"/>
          </p:cNvSpPr>
          <p:nvPr>
            <p:ph type="body" idx="1"/>
          </p:nvPr>
        </p:nvSpPr>
        <p:spPr/>
        <p:txBody>
          <a:bodyPr/>
          <a:lstStyle/>
          <a:p>
            <a:r>
              <a:rPr lang="en-US" dirty="0"/>
              <a:t>com.meadortech.ExampleLayeredComms001.mdzip</a:t>
            </a:r>
          </a:p>
        </p:txBody>
      </p:sp>
      <p:sp>
        <p:nvSpPr>
          <p:cNvPr id="2" name="Footer Placeholder 1">
            <a:extLst>
              <a:ext uri="{FF2B5EF4-FFF2-40B4-BE49-F238E27FC236}">
                <a16:creationId xmlns:a16="http://schemas.microsoft.com/office/drawing/2014/main" id="{EF8C5342-B1E3-3315-D1B0-D72613206BD0}"/>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78DBF457-FAE4-D6A6-4145-D20824A3FE6C}"/>
              </a:ext>
            </a:extLst>
          </p:cNvPr>
          <p:cNvSpPr>
            <a:spLocks noGrp="1"/>
          </p:cNvSpPr>
          <p:nvPr>
            <p:ph type="sldNum" sz="quarter" idx="11"/>
          </p:nvPr>
        </p:nvSpPr>
        <p:spPr/>
        <p:txBody>
          <a:bodyPr/>
          <a:lstStyle/>
          <a:p>
            <a:pPr>
              <a:defRPr/>
            </a:pPr>
            <a:fld id="{5AA4D864-0F32-A846-8BD6-A787749E0AAE}" type="slidenum">
              <a:rPr lang="en-US" altLang="en-US" smtClean="0"/>
              <a:pPr>
                <a:defRPr/>
              </a:pPr>
              <a:t>26</a:t>
            </a:fld>
            <a:endParaRPr lang="en-US" altLang="en-US"/>
          </a:p>
        </p:txBody>
      </p:sp>
    </p:spTree>
    <p:extLst>
      <p:ext uri="{BB962C8B-B14F-4D97-AF65-F5344CB8AC3E}">
        <p14:creationId xmlns:p14="http://schemas.microsoft.com/office/powerpoint/2010/main" val="3305860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8A5BD-016A-60CB-879D-3102FFFD3AE2}"/>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46DE2C1F-08AC-6AB7-F7CD-A401AFB451BA}"/>
              </a:ext>
            </a:extLst>
          </p:cNvPr>
          <p:cNvSpPr/>
          <p:nvPr/>
        </p:nvSpPr>
        <p:spPr>
          <a:xfrm>
            <a:off x="7048500" y="1294843"/>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nn2 : </a:t>
            </a:r>
            <a:r>
              <a:rPr lang="en-US" sz="1400" dirty="0" err="1"/>
              <a:t>NetNode</a:t>
            </a:r>
            <a:endParaRPr lang="en-US" sz="1400" dirty="0"/>
          </a:p>
        </p:txBody>
      </p:sp>
      <p:sp>
        <p:nvSpPr>
          <p:cNvPr id="27" name="Rectangle 26">
            <a:extLst>
              <a:ext uri="{FF2B5EF4-FFF2-40B4-BE49-F238E27FC236}">
                <a16:creationId xmlns:a16="http://schemas.microsoft.com/office/drawing/2014/main" id="{DEA963C4-67B8-F0DC-FCB7-CF671F6F6ED4}"/>
              </a:ext>
            </a:extLst>
          </p:cNvPr>
          <p:cNvSpPr/>
          <p:nvPr/>
        </p:nvSpPr>
        <p:spPr>
          <a:xfrm>
            <a:off x="2819400" y="1273507"/>
            <a:ext cx="2286000" cy="502975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nn1 : </a:t>
            </a:r>
            <a:r>
              <a:rPr lang="en-US" sz="1400" dirty="0" err="1"/>
              <a:t>NetNode</a:t>
            </a:r>
            <a:endParaRPr lang="en-US" sz="1400" dirty="0"/>
          </a:p>
        </p:txBody>
      </p:sp>
      <p:sp>
        <p:nvSpPr>
          <p:cNvPr id="5" name="Title 4">
            <a:extLst>
              <a:ext uri="{FF2B5EF4-FFF2-40B4-BE49-F238E27FC236}">
                <a16:creationId xmlns:a16="http://schemas.microsoft.com/office/drawing/2014/main" id="{B285A662-6AD9-B9AC-7265-A29B09D0E450}"/>
              </a:ext>
            </a:extLst>
          </p:cNvPr>
          <p:cNvSpPr>
            <a:spLocks noGrp="1"/>
          </p:cNvSpPr>
          <p:nvPr>
            <p:ph type="title"/>
          </p:nvPr>
        </p:nvSpPr>
        <p:spPr/>
        <p:txBody>
          <a:bodyPr>
            <a:normAutofit fontScale="90000"/>
          </a:bodyPr>
          <a:lstStyle/>
          <a:p>
            <a:r>
              <a:rPr lang="en-US" dirty="0"/>
              <a:t>Example Layered Comms Stack</a:t>
            </a:r>
          </a:p>
        </p:txBody>
      </p:sp>
      <p:sp>
        <p:nvSpPr>
          <p:cNvPr id="58" name="Footer Placeholder 57">
            <a:extLst>
              <a:ext uri="{FF2B5EF4-FFF2-40B4-BE49-F238E27FC236}">
                <a16:creationId xmlns:a16="http://schemas.microsoft.com/office/drawing/2014/main" id="{5863706D-432D-5B63-3ED2-FF3203F8D180}"/>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4670FA7E-2ADF-928B-E36F-585E75C72976}"/>
              </a:ext>
            </a:extLst>
          </p:cNvPr>
          <p:cNvSpPr>
            <a:spLocks noGrp="1"/>
          </p:cNvSpPr>
          <p:nvPr>
            <p:ph type="sldNum" sz="quarter" idx="11"/>
          </p:nvPr>
        </p:nvSpPr>
        <p:spPr/>
        <p:txBody>
          <a:bodyPr/>
          <a:lstStyle/>
          <a:p>
            <a:pPr>
              <a:defRPr/>
            </a:pPr>
            <a:fld id="{172905B5-BF71-8640-BDE2-B898E074B20C}" type="slidenum">
              <a:rPr lang="en-US" altLang="en-US" smtClean="0"/>
              <a:pPr>
                <a:defRPr/>
              </a:pPr>
              <a:t>27</a:t>
            </a:fld>
            <a:endParaRPr lang="en-US" altLang="en-US"/>
          </a:p>
        </p:txBody>
      </p:sp>
      <p:pic>
        <p:nvPicPr>
          <p:cNvPr id="2" name="Picture 1">
            <a:extLst>
              <a:ext uri="{FF2B5EF4-FFF2-40B4-BE49-F238E27FC236}">
                <a16:creationId xmlns:a16="http://schemas.microsoft.com/office/drawing/2014/main" id="{02A037AB-C85F-1CFD-07AF-6F56A69F8FE2}"/>
              </a:ext>
            </a:extLst>
          </p:cNvPr>
          <p:cNvPicPr>
            <a:picLocks noChangeAspect="1"/>
          </p:cNvPicPr>
          <p:nvPr/>
        </p:nvPicPr>
        <p:blipFill>
          <a:blip r:embed="rId2"/>
          <a:stretch>
            <a:fillRect/>
          </a:stretch>
        </p:blipFill>
        <p:spPr>
          <a:xfrm>
            <a:off x="1676400" y="1524000"/>
            <a:ext cx="7772400" cy="4529073"/>
          </a:xfrm>
          <a:prstGeom prst="rect">
            <a:avLst/>
          </a:prstGeom>
        </p:spPr>
      </p:pic>
      <p:sp>
        <p:nvSpPr>
          <p:cNvPr id="6" name="Rectangle 5">
            <a:extLst>
              <a:ext uri="{FF2B5EF4-FFF2-40B4-BE49-F238E27FC236}">
                <a16:creationId xmlns:a16="http://schemas.microsoft.com/office/drawing/2014/main" id="{1EBADC37-8C7B-FA5F-70DB-B2978AA4914D}"/>
              </a:ext>
            </a:extLst>
          </p:cNvPr>
          <p:cNvSpPr/>
          <p:nvPr/>
        </p:nvSpPr>
        <p:spPr>
          <a:xfrm>
            <a:off x="3124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Datagram PE</a:t>
            </a:r>
          </a:p>
        </p:txBody>
      </p:sp>
      <p:sp>
        <p:nvSpPr>
          <p:cNvPr id="7" name="Rectangle 6">
            <a:extLst>
              <a:ext uri="{FF2B5EF4-FFF2-40B4-BE49-F238E27FC236}">
                <a16:creationId xmlns:a16="http://schemas.microsoft.com/office/drawing/2014/main" id="{BC455AE2-7AD2-262D-452B-4F7A1227CD05}"/>
              </a:ext>
            </a:extLst>
          </p:cNvPr>
          <p:cNvSpPr/>
          <p:nvPr/>
        </p:nvSpPr>
        <p:spPr>
          <a:xfrm>
            <a:off x="7315200" y="2286000"/>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Datagram PE</a:t>
            </a:r>
          </a:p>
        </p:txBody>
      </p:sp>
      <p:sp>
        <p:nvSpPr>
          <p:cNvPr id="8" name="Rectangle 7">
            <a:extLst>
              <a:ext uri="{FF2B5EF4-FFF2-40B4-BE49-F238E27FC236}">
                <a16:creationId xmlns:a16="http://schemas.microsoft.com/office/drawing/2014/main" id="{342BD8E9-24D1-DBA4-AD74-E3B020681A21}"/>
              </a:ext>
            </a:extLst>
          </p:cNvPr>
          <p:cNvSpPr/>
          <p:nvPr/>
        </p:nvSpPr>
        <p:spPr>
          <a:xfrm>
            <a:off x="3048000" y="3505200"/>
            <a:ext cx="18288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Network PE</a:t>
            </a:r>
          </a:p>
        </p:txBody>
      </p:sp>
      <p:sp>
        <p:nvSpPr>
          <p:cNvPr id="9" name="Rectangle 8">
            <a:extLst>
              <a:ext uri="{FF2B5EF4-FFF2-40B4-BE49-F238E27FC236}">
                <a16:creationId xmlns:a16="http://schemas.microsoft.com/office/drawing/2014/main" id="{DC669CF6-986D-F9C9-A3D5-37B3F59817F4}"/>
              </a:ext>
            </a:extLst>
          </p:cNvPr>
          <p:cNvSpPr/>
          <p:nvPr/>
        </p:nvSpPr>
        <p:spPr>
          <a:xfrm>
            <a:off x="7315200" y="3505200"/>
            <a:ext cx="1752600" cy="5334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Network PE</a:t>
            </a:r>
          </a:p>
        </p:txBody>
      </p:sp>
      <p:sp>
        <p:nvSpPr>
          <p:cNvPr id="13" name="Rectangle 12">
            <a:extLst>
              <a:ext uri="{FF2B5EF4-FFF2-40B4-BE49-F238E27FC236}">
                <a16:creationId xmlns:a16="http://schemas.microsoft.com/office/drawing/2014/main" id="{7231099D-6E66-574E-E0FA-760F799D733B}"/>
              </a:ext>
            </a:extLst>
          </p:cNvPr>
          <p:cNvSpPr/>
          <p:nvPr/>
        </p:nvSpPr>
        <p:spPr>
          <a:xfrm>
            <a:off x="3124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Datalink PE</a:t>
            </a:r>
          </a:p>
        </p:txBody>
      </p:sp>
      <p:sp>
        <p:nvSpPr>
          <p:cNvPr id="14" name="Rectangle 13">
            <a:extLst>
              <a:ext uri="{FF2B5EF4-FFF2-40B4-BE49-F238E27FC236}">
                <a16:creationId xmlns:a16="http://schemas.microsoft.com/office/drawing/2014/main" id="{54A7F738-EB6B-8C08-6277-FD712676EFD5}"/>
              </a:ext>
            </a:extLst>
          </p:cNvPr>
          <p:cNvSpPr/>
          <p:nvPr/>
        </p:nvSpPr>
        <p:spPr>
          <a:xfrm>
            <a:off x="7315200" y="4817236"/>
            <a:ext cx="1752600" cy="457200"/>
          </a:xfrm>
          <a:prstGeom prst="rect">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Datalink PE</a:t>
            </a:r>
          </a:p>
        </p:txBody>
      </p:sp>
      <p:sp>
        <p:nvSpPr>
          <p:cNvPr id="15" name="Rectangle 14">
            <a:extLst>
              <a:ext uri="{FF2B5EF4-FFF2-40B4-BE49-F238E27FC236}">
                <a16:creationId xmlns:a16="http://schemas.microsoft.com/office/drawing/2014/main" id="{FCDA7F7D-726D-2B92-8456-A451FEA3708B}"/>
              </a:ext>
            </a:extLst>
          </p:cNvPr>
          <p:cNvSpPr/>
          <p:nvPr/>
        </p:nvSpPr>
        <p:spPr>
          <a:xfrm>
            <a:off x="8153400" y="27432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0DAAE6-09E4-D070-B52A-C5973E998E8B}"/>
              </a:ext>
            </a:extLst>
          </p:cNvPr>
          <p:cNvSpPr/>
          <p:nvPr/>
        </p:nvSpPr>
        <p:spPr>
          <a:xfrm>
            <a:off x="8153400" y="4038600"/>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3BF8AE8-2308-502F-DFFA-698FDF815CB1}"/>
              </a:ext>
            </a:extLst>
          </p:cNvPr>
          <p:cNvSpPr/>
          <p:nvPr/>
        </p:nvSpPr>
        <p:spPr>
          <a:xfrm>
            <a:off x="3924300" y="2747644"/>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F418887-1B5E-9DB5-92BD-321D57BD0052}"/>
              </a:ext>
            </a:extLst>
          </p:cNvPr>
          <p:cNvSpPr/>
          <p:nvPr/>
        </p:nvSpPr>
        <p:spPr>
          <a:xfrm>
            <a:off x="3931920" y="4046918"/>
            <a:ext cx="76200" cy="762000"/>
          </a:xfrm>
          <a:prstGeom prst="rect">
            <a:avLst/>
          </a:prstGeom>
          <a:solidFill>
            <a:schemeClr val="bg2"/>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931A1A-450C-25DE-8AB9-1C693110FA2C}"/>
              </a:ext>
            </a:extLst>
          </p:cNvPr>
          <p:cNvSpPr/>
          <p:nvPr/>
        </p:nvSpPr>
        <p:spPr>
          <a:xfrm>
            <a:off x="7924800" y="3352800"/>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0" name="Rectangle 19">
            <a:extLst>
              <a:ext uri="{FF2B5EF4-FFF2-40B4-BE49-F238E27FC236}">
                <a16:creationId xmlns:a16="http://schemas.microsoft.com/office/drawing/2014/main" id="{EAB10691-A03D-32A0-1930-7FAD40928F3B}"/>
              </a:ext>
            </a:extLst>
          </p:cNvPr>
          <p:cNvSpPr/>
          <p:nvPr/>
        </p:nvSpPr>
        <p:spPr>
          <a:xfrm>
            <a:off x="3665220" y="2132204"/>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1" name="Rectangle 20">
            <a:extLst>
              <a:ext uri="{FF2B5EF4-FFF2-40B4-BE49-F238E27FC236}">
                <a16:creationId xmlns:a16="http://schemas.microsoft.com/office/drawing/2014/main" id="{883CC426-6F02-8687-A002-9E1FBECA5E06}"/>
              </a:ext>
            </a:extLst>
          </p:cNvPr>
          <p:cNvSpPr/>
          <p:nvPr/>
        </p:nvSpPr>
        <p:spPr>
          <a:xfrm>
            <a:off x="3733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2" name="Rectangle 21">
            <a:extLst>
              <a:ext uri="{FF2B5EF4-FFF2-40B4-BE49-F238E27FC236}">
                <a16:creationId xmlns:a16="http://schemas.microsoft.com/office/drawing/2014/main" id="{4150BE80-B463-439B-35A3-720BDFF86767}"/>
              </a:ext>
            </a:extLst>
          </p:cNvPr>
          <p:cNvSpPr/>
          <p:nvPr/>
        </p:nvSpPr>
        <p:spPr>
          <a:xfrm>
            <a:off x="7924800" y="4664836"/>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3" name="Rectangle 22">
            <a:extLst>
              <a:ext uri="{FF2B5EF4-FFF2-40B4-BE49-F238E27FC236}">
                <a16:creationId xmlns:a16="http://schemas.microsoft.com/office/drawing/2014/main" id="{EB6FB343-D2B2-771A-718F-32B4A15D2D3F}"/>
              </a:ext>
            </a:extLst>
          </p:cNvPr>
          <p:cNvSpPr/>
          <p:nvPr/>
        </p:nvSpPr>
        <p:spPr>
          <a:xfrm>
            <a:off x="7906512" y="21252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4" name="Rectangle 23">
            <a:extLst>
              <a:ext uri="{FF2B5EF4-FFF2-40B4-BE49-F238E27FC236}">
                <a16:creationId xmlns:a16="http://schemas.microsoft.com/office/drawing/2014/main" id="{99F5D415-BF5E-1360-A5A5-5BD065A4CC5A}"/>
              </a:ext>
            </a:extLst>
          </p:cNvPr>
          <p:cNvSpPr/>
          <p:nvPr/>
        </p:nvSpPr>
        <p:spPr>
          <a:xfrm>
            <a:off x="7888224" y="-41427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sp>
        <p:nvSpPr>
          <p:cNvPr id="25" name="Rectangle 24">
            <a:extLst>
              <a:ext uri="{FF2B5EF4-FFF2-40B4-BE49-F238E27FC236}">
                <a16:creationId xmlns:a16="http://schemas.microsoft.com/office/drawing/2014/main" id="{868E4E89-C2B0-CC37-9F0A-E6A0C95F9163}"/>
              </a:ext>
            </a:extLst>
          </p:cNvPr>
          <p:cNvSpPr/>
          <p:nvPr/>
        </p:nvSpPr>
        <p:spPr>
          <a:xfrm>
            <a:off x="3657600" y="3339782"/>
            <a:ext cx="533400" cy="152400"/>
          </a:xfrm>
          <a:prstGeom prst="rect">
            <a:avLst/>
          </a:prstGeom>
          <a:ln>
            <a:prstDash val="solid"/>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t>SAP</a:t>
            </a:r>
          </a:p>
        </p:txBody>
      </p:sp>
      <p:cxnSp>
        <p:nvCxnSpPr>
          <p:cNvPr id="28" name="Straight Arrow Connector 27">
            <a:extLst>
              <a:ext uri="{FF2B5EF4-FFF2-40B4-BE49-F238E27FC236}">
                <a16:creationId xmlns:a16="http://schemas.microsoft.com/office/drawing/2014/main" id="{40EE8DF4-B062-6E63-DC1D-3209A1E571EF}"/>
              </a:ext>
            </a:extLst>
          </p:cNvPr>
          <p:cNvCxnSpPr>
            <a:cxnSpLocks/>
          </p:cNvCxnSpPr>
          <p:nvPr/>
        </p:nvCxnSpPr>
        <p:spPr>
          <a:xfrm flipV="1">
            <a:off x="8305800"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7327925C-3B5B-8D09-3B39-E02FE5370A1D}"/>
              </a:ext>
            </a:extLst>
          </p:cNvPr>
          <p:cNvSpPr txBox="1"/>
          <p:nvPr/>
        </p:nvSpPr>
        <p:spPr>
          <a:xfrm>
            <a:off x="8299710" y="2907268"/>
            <a:ext cx="715260" cy="369332"/>
          </a:xfrm>
          <a:prstGeom prst="rect">
            <a:avLst/>
          </a:prstGeom>
          <a:noFill/>
        </p:spPr>
        <p:txBody>
          <a:bodyPr wrap="none" rtlCol="0">
            <a:spAutoFit/>
          </a:bodyPr>
          <a:lstStyle/>
          <a:p>
            <a:r>
              <a:rPr lang="en-US" dirty="0"/>
              <a:t>SDUs</a:t>
            </a:r>
          </a:p>
        </p:txBody>
      </p:sp>
      <p:cxnSp>
        <p:nvCxnSpPr>
          <p:cNvPr id="34" name="Straight Arrow Connector 33">
            <a:extLst>
              <a:ext uri="{FF2B5EF4-FFF2-40B4-BE49-F238E27FC236}">
                <a16:creationId xmlns:a16="http://schemas.microsoft.com/office/drawing/2014/main" id="{DA10701A-DFB0-DD04-A9C2-1BFC02718EFB}"/>
              </a:ext>
            </a:extLst>
          </p:cNvPr>
          <p:cNvCxnSpPr>
            <a:cxnSpLocks/>
          </p:cNvCxnSpPr>
          <p:nvPr/>
        </p:nvCxnSpPr>
        <p:spPr>
          <a:xfrm flipV="1">
            <a:off x="829716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D42CEA8F-83E4-5E39-D3E4-8542AED18F66}"/>
              </a:ext>
            </a:extLst>
          </p:cNvPr>
          <p:cNvSpPr txBox="1"/>
          <p:nvPr/>
        </p:nvSpPr>
        <p:spPr>
          <a:xfrm>
            <a:off x="8291070" y="4219304"/>
            <a:ext cx="715260" cy="369332"/>
          </a:xfrm>
          <a:prstGeom prst="rect">
            <a:avLst/>
          </a:prstGeom>
          <a:noFill/>
        </p:spPr>
        <p:txBody>
          <a:bodyPr wrap="none" rtlCol="0">
            <a:spAutoFit/>
          </a:bodyPr>
          <a:lstStyle/>
          <a:p>
            <a:r>
              <a:rPr lang="en-US" dirty="0"/>
              <a:t>SDUs</a:t>
            </a:r>
          </a:p>
        </p:txBody>
      </p:sp>
      <p:cxnSp>
        <p:nvCxnSpPr>
          <p:cNvPr id="36" name="Straight Arrow Connector 35">
            <a:extLst>
              <a:ext uri="{FF2B5EF4-FFF2-40B4-BE49-F238E27FC236}">
                <a16:creationId xmlns:a16="http://schemas.microsoft.com/office/drawing/2014/main" id="{AA7AFC37-0475-FC09-E667-7BC6A5DEE266}"/>
              </a:ext>
            </a:extLst>
          </p:cNvPr>
          <p:cNvCxnSpPr>
            <a:cxnSpLocks/>
          </p:cNvCxnSpPr>
          <p:nvPr/>
        </p:nvCxnSpPr>
        <p:spPr>
          <a:xfrm flipV="1">
            <a:off x="3810000" y="4055236"/>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7543AB69-CA3F-98E8-6D6C-25A5EE107C26}"/>
              </a:ext>
            </a:extLst>
          </p:cNvPr>
          <p:cNvSpPr txBox="1"/>
          <p:nvPr/>
        </p:nvSpPr>
        <p:spPr>
          <a:xfrm>
            <a:off x="3147570" y="2916412"/>
            <a:ext cx="715260" cy="369332"/>
          </a:xfrm>
          <a:prstGeom prst="rect">
            <a:avLst/>
          </a:prstGeom>
          <a:noFill/>
        </p:spPr>
        <p:txBody>
          <a:bodyPr wrap="none" rtlCol="0">
            <a:spAutoFit/>
          </a:bodyPr>
          <a:lstStyle/>
          <a:p>
            <a:r>
              <a:rPr lang="en-US" dirty="0"/>
              <a:t>SDUs</a:t>
            </a:r>
          </a:p>
        </p:txBody>
      </p:sp>
      <p:cxnSp>
        <p:nvCxnSpPr>
          <p:cNvPr id="38" name="Straight Arrow Connector 37">
            <a:extLst>
              <a:ext uri="{FF2B5EF4-FFF2-40B4-BE49-F238E27FC236}">
                <a16:creationId xmlns:a16="http://schemas.microsoft.com/office/drawing/2014/main" id="{FA94D431-1EF4-83DE-DA75-59E96BAEA189}"/>
              </a:ext>
            </a:extLst>
          </p:cNvPr>
          <p:cNvCxnSpPr>
            <a:cxnSpLocks/>
          </p:cNvCxnSpPr>
          <p:nvPr/>
        </p:nvCxnSpPr>
        <p:spPr>
          <a:xfrm flipV="1">
            <a:off x="3828288" y="2743200"/>
            <a:ext cx="0" cy="59658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9DAA6FF3-D05E-E753-64D0-3C7E955D1F93}"/>
              </a:ext>
            </a:extLst>
          </p:cNvPr>
          <p:cNvSpPr txBox="1"/>
          <p:nvPr/>
        </p:nvSpPr>
        <p:spPr>
          <a:xfrm>
            <a:off x="3147570" y="4220287"/>
            <a:ext cx="715260" cy="369332"/>
          </a:xfrm>
          <a:prstGeom prst="rect">
            <a:avLst/>
          </a:prstGeom>
          <a:noFill/>
        </p:spPr>
        <p:txBody>
          <a:bodyPr wrap="none" rtlCol="0">
            <a:spAutoFit/>
          </a:bodyPr>
          <a:lstStyle/>
          <a:p>
            <a:r>
              <a:rPr lang="en-US" dirty="0"/>
              <a:t>SDUs</a:t>
            </a:r>
          </a:p>
        </p:txBody>
      </p:sp>
      <p:sp>
        <p:nvSpPr>
          <p:cNvPr id="10" name="Rectangle 9">
            <a:extLst>
              <a:ext uri="{FF2B5EF4-FFF2-40B4-BE49-F238E27FC236}">
                <a16:creationId xmlns:a16="http://schemas.microsoft.com/office/drawing/2014/main" id="{89A9FC51-5DB3-390F-B3BE-528AFEA5549A}"/>
              </a:ext>
            </a:extLst>
          </p:cNvPr>
          <p:cNvSpPr/>
          <p:nvPr/>
        </p:nvSpPr>
        <p:spPr>
          <a:xfrm>
            <a:off x="4876800" y="2590800"/>
            <a:ext cx="2438400" cy="45719"/>
          </a:xfrm>
          <a:prstGeom prst="rect">
            <a:avLst/>
          </a:prstGeom>
          <a:solidFill>
            <a:srgbClr val="0070C0"/>
          </a:solidFill>
          <a:ln>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415529D-9FF7-95E9-FFF3-FF968A5A8889}"/>
              </a:ext>
            </a:extLst>
          </p:cNvPr>
          <p:cNvSpPr/>
          <p:nvPr/>
        </p:nvSpPr>
        <p:spPr>
          <a:xfrm>
            <a:off x="4885182" y="3853580"/>
            <a:ext cx="2438400" cy="45719"/>
          </a:xfrm>
          <a:prstGeom prst="rect">
            <a:avLst/>
          </a:prstGeom>
          <a:solidFill>
            <a:srgbClr val="0070C0"/>
          </a:solidFill>
          <a:ln>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5D8E64E-DF62-1DB1-1EC5-FF99D2C09FC4}"/>
              </a:ext>
            </a:extLst>
          </p:cNvPr>
          <p:cNvSpPr/>
          <p:nvPr/>
        </p:nvSpPr>
        <p:spPr>
          <a:xfrm>
            <a:off x="4893564" y="5116360"/>
            <a:ext cx="2438400" cy="45719"/>
          </a:xfrm>
          <a:prstGeom prst="rect">
            <a:avLst/>
          </a:prstGeom>
          <a:solidFill>
            <a:srgbClr val="0070C0"/>
          </a:solidFill>
          <a:ln>
            <a:solidFill>
              <a:srgbClr val="0070C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AE42B01-514D-201B-81B6-D82B33E2C3AA}"/>
              </a:ext>
            </a:extLst>
          </p:cNvPr>
          <p:cNvSpPr txBox="1"/>
          <p:nvPr/>
        </p:nvSpPr>
        <p:spPr>
          <a:xfrm>
            <a:off x="5494782" y="2196212"/>
            <a:ext cx="1219200" cy="369332"/>
          </a:xfrm>
          <a:prstGeom prst="rect">
            <a:avLst/>
          </a:prstGeom>
          <a:solidFill>
            <a:schemeClr val="tx2">
              <a:lumMod val="10000"/>
              <a:lumOff val="90000"/>
            </a:schemeClr>
          </a:solidFill>
        </p:spPr>
        <p:txBody>
          <a:bodyPr wrap="square" rtlCol="0">
            <a:spAutoFit/>
          </a:bodyPr>
          <a:lstStyle/>
          <a:p>
            <a:r>
              <a:rPr lang="en-US" dirty="0"/>
              <a:t>PDU Link</a:t>
            </a:r>
          </a:p>
        </p:txBody>
      </p:sp>
      <p:sp>
        <p:nvSpPr>
          <p:cNvPr id="30" name="TextBox 29">
            <a:extLst>
              <a:ext uri="{FF2B5EF4-FFF2-40B4-BE49-F238E27FC236}">
                <a16:creationId xmlns:a16="http://schemas.microsoft.com/office/drawing/2014/main" id="{2842FE7C-77AC-5A99-87A8-D420757FBCB4}"/>
              </a:ext>
            </a:extLst>
          </p:cNvPr>
          <p:cNvSpPr txBox="1"/>
          <p:nvPr/>
        </p:nvSpPr>
        <p:spPr>
          <a:xfrm>
            <a:off x="5503164" y="3447678"/>
            <a:ext cx="1219200" cy="369332"/>
          </a:xfrm>
          <a:prstGeom prst="rect">
            <a:avLst/>
          </a:prstGeom>
          <a:solidFill>
            <a:schemeClr val="tx2">
              <a:lumMod val="10000"/>
              <a:lumOff val="90000"/>
            </a:schemeClr>
          </a:solidFill>
        </p:spPr>
        <p:txBody>
          <a:bodyPr wrap="square" rtlCol="0">
            <a:spAutoFit/>
          </a:bodyPr>
          <a:lstStyle/>
          <a:p>
            <a:r>
              <a:rPr lang="en-US" dirty="0"/>
              <a:t>PDU Link</a:t>
            </a:r>
          </a:p>
        </p:txBody>
      </p:sp>
      <p:sp>
        <p:nvSpPr>
          <p:cNvPr id="32" name="TextBox 31">
            <a:extLst>
              <a:ext uri="{FF2B5EF4-FFF2-40B4-BE49-F238E27FC236}">
                <a16:creationId xmlns:a16="http://schemas.microsoft.com/office/drawing/2014/main" id="{B5B37399-2329-A7C6-6300-4F13DC66497D}"/>
              </a:ext>
            </a:extLst>
          </p:cNvPr>
          <p:cNvSpPr txBox="1"/>
          <p:nvPr/>
        </p:nvSpPr>
        <p:spPr>
          <a:xfrm>
            <a:off x="5509260" y="4741036"/>
            <a:ext cx="1219200" cy="369332"/>
          </a:xfrm>
          <a:prstGeom prst="rect">
            <a:avLst/>
          </a:prstGeom>
          <a:solidFill>
            <a:schemeClr val="tx2">
              <a:lumMod val="10000"/>
              <a:lumOff val="90000"/>
            </a:schemeClr>
          </a:solidFill>
        </p:spPr>
        <p:txBody>
          <a:bodyPr wrap="square" rtlCol="0">
            <a:spAutoFit/>
          </a:bodyPr>
          <a:lstStyle/>
          <a:p>
            <a:r>
              <a:rPr lang="en-US" dirty="0"/>
              <a:t>PDU Link</a:t>
            </a:r>
          </a:p>
        </p:txBody>
      </p:sp>
      <p:cxnSp>
        <p:nvCxnSpPr>
          <p:cNvPr id="33" name="Straight Arrow Connector 32">
            <a:extLst>
              <a:ext uri="{FF2B5EF4-FFF2-40B4-BE49-F238E27FC236}">
                <a16:creationId xmlns:a16="http://schemas.microsoft.com/office/drawing/2014/main" id="{AA497526-CC37-B27B-FF73-D37F7E006DA2}"/>
              </a:ext>
            </a:extLst>
          </p:cNvPr>
          <p:cNvCxnSpPr/>
          <p:nvPr/>
        </p:nvCxnSpPr>
        <p:spPr>
          <a:xfrm>
            <a:off x="5486400" y="2743200"/>
            <a:ext cx="1219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B2C56CA9-932B-CE68-8E28-D1C2A7082D14}"/>
              </a:ext>
            </a:extLst>
          </p:cNvPr>
          <p:cNvCxnSpPr/>
          <p:nvPr/>
        </p:nvCxnSpPr>
        <p:spPr>
          <a:xfrm>
            <a:off x="5503164" y="3962400"/>
            <a:ext cx="1219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A3837C0E-EA1B-BDC5-1CE6-464634CA3AE1}"/>
              </a:ext>
            </a:extLst>
          </p:cNvPr>
          <p:cNvCxnSpPr/>
          <p:nvPr/>
        </p:nvCxnSpPr>
        <p:spPr>
          <a:xfrm>
            <a:off x="5503164" y="5257800"/>
            <a:ext cx="1219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FE63E143-E19C-55A0-E235-214DF78FD6F5}"/>
              </a:ext>
            </a:extLst>
          </p:cNvPr>
          <p:cNvSpPr txBox="1"/>
          <p:nvPr/>
        </p:nvSpPr>
        <p:spPr>
          <a:xfrm>
            <a:off x="5719320" y="2845820"/>
            <a:ext cx="720069" cy="369332"/>
          </a:xfrm>
          <a:prstGeom prst="rect">
            <a:avLst/>
          </a:prstGeom>
          <a:noFill/>
        </p:spPr>
        <p:txBody>
          <a:bodyPr wrap="none" rtlCol="0">
            <a:spAutoFit/>
          </a:bodyPr>
          <a:lstStyle/>
          <a:p>
            <a:r>
              <a:rPr lang="en-US" dirty="0"/>
              <a:t>PDUs</a:t>
            </a:r>
          </a:p>
        </p:txBody>
      </p:sp>
      <p:sp>
        <p:nvSpPr>
          <p:cNvPr id="43" name="TextBox 42">
            <a:extLst>
              <a:ext uri="{FF2B5EF4-FFF2-40B4-BE49-F238E27FC236}">
                <a16:creationId xmlns:a16="http://schemas.microsoft.com/office/drawing/2014/main" id="{94B70184-F926-5C81-0936-6199F42339F3}"/>
              </a:ext>
            </a:extLst>
          </p:cNvPr>
          <p:cNvSpPr txBox="1"/>
          <p:nvPr/>
        </p:nvSpPr>
        <p:spPr>
          <a:xfrm>
            <a:off x="5704332" y="4063316"/>
            <a:ext cx="720069" cy="369332"/>
          </a:xfrm>
          <a:prstGeom prst="rect">
            <a:avLst/>
          </a:prstGeom>
          <a:noFill/>
        </p:spPr>
        <p:txBody>
          <a:bodyPr wrap="none" rtlCol="0">
            <a:spAutoFit/>
          </a:bodyPr>
          <a:lstStyle/>
          <a:p>
            <a:r>
              <a:rPr lang="en-US" dirty="0"/>
              <a:t>PDUs</a:t>
            </a:r>
          </a:p>
        </p:txBody>
      </p:sp>
      <p:sp>
        <p:nvSpPr>
          <p:cNvPr id="44" name="TextBox 43">
            <a:extLst>
              <a:ext uri="{FF2B5EF4-FFF2-40B4-BE49-F238E27FC236}">
                <a16:creationId xmlns:a16="http://schemas.microsoft.com/office/drawing/2014/main" id="{4DAE8B7F-EB97-77C3-2BB1-7E6B901F13F9}"/>
              </a:ext>
            </a:extLst>
          </p:cNvPr>
          <p:cNvSpPr txBox="1"/>
          <p:nvPr/>
        </p:nvSpPr>
        <p:spPr>
          <a:xfrm>
            <a:off x="5663841" y="5388188"/>
            <a:ext cx="720069" cy="369332"/>
          </a:xfrm>
          <a:prstGeom prst="rect">
            <a:avLst/>
          </a:prstGeom>
          <a:noFill/>
        </p:spPr>
        <p:txBody>
          <a:bodyPr wrap="none" rtlCol="0">
            <a:spAutoFit/>
          </a:bodyPr>
          <a:lstStyle/>
          <a:p>
            <a:r>
              <a:rPr lang="en-US" dirty="0"/>
              <a:t>PDUs</a:t>
            </a:r>
          </a:p>
        </p:txBody>
      </p:sp>
      <p:sp>
        <p:nvSpPr>
          <p:cNvPr id="45" name="TextBox 44">
            <a:extLst>
              <a:ext uri="{FF2B5EF4-FFF2-40B4-BE49-F238E27FC236}">
                <a16:creationId xmlns:a16="http://schemas.microsoft.com/office/drawing/2014/main" id="{5D9CCCB4-A312-F8F4-30B6-C0AE1847EBDE}"/>
              </a:ext>
            </a:extLst>
          </p:cNvPr>
          <p:cNvSpPr txBox="1"/>
          <p:nvPr/>
        </p:nvSpPr>
        <p:spPr>
          <a:xfrm>
            <a:off x="7054596" y="2916412"/>
            <a:ext cx="1084080" cy="369332"/>
          </a:xfrm>
          <a:prstGeom prst="rect">
            <a:avLst/>
          </a:prstGeom>
          <a:solidFill>
            <a:schemeClr val="bg1"/>
          </a:solidFill>
        </p:spPr>
        <p:txBody>
          <a:bodyPr wrap="square" rtlCol="0">
            <a:spAutoFit/>
          </a:bodyPr>
          <a:lstStyle/>
          <a:p>
            <a:r>
              <a:rPr lang="en-US" dirty="0"/>
              <a:t>SDU Link</a:t>
            </a:r>
          </a:p>
        </p:txBody>
      </p:sp>
      <p:sp>
        <p:nvSpPr>
          <p:cNvPr id="46" name="TextBox 45">
            <a:extLst>
              <a:ext uri="{FF2B5EF4-FFF2-40B4-BE49-F238E27FC236}">
                <a16:creationId xmlns:a16="http://schemas.microsoft.com/office/drawing/2014/main" id="{6EEF37FF-5F51-B3AD-BD28-D159D007F575}"/>
              </a:ext>
            </a:extLst>
          </p:cNvPr>
          <p:cNvSpPr txBox="1"/>
          <p:nvPr/>
        </p:nvSpPr>
        <p:spPr>
          <a:xfrm>
            <a:off x="7031724" y="4191000"/>
            <a:ext cx="1084080" cy="369332"/>
          </a:xfrm>
          <a:prstGeom prst="rect">
            <a:avLst/>
          </a:prstGeom>
          <a:solidFill>
            <a:schemeClr val="bg1"/>
          </a:solidFill>
        </p:spPr>
        <p:txBody>
          <a:bodyPr wrap="square" rtlCol="0">
            <a:spAutoFit/>
          </a:bodyPr>
          <a:lstStyle/>
          <a:p>
            <a:r>
              <a:rPr lang="en-US" dirty="0"/>
              <a:t>SDU Link</a:t>
            </a:r>
          </a:p>
        </p:txBody>
      </p:sp>
      <p:sp>
        <p:nvSpPr>
          <p:cNvPr id="47" name="TextBox 46">
            <a:extLst>
              <a:ext uri="{FF2B5EF4-FFF2-40B4-BE49-F238E27FC236}">
                <a16:creationId xmlns:a16="http://schemas.microsoft.com/office/drawing/2014/main" id="{4F6C6448-39E3-8B78-2DBB-59672080C8C4}"/>
              </a:ext>
            </a:extLst>
          </p:cNvPr>
          <p:cNvSpPr txBox="1"/>
          <p:nvPr/>
        </p:nvSpPr>
        <p:spPr>
          <a:xfrm>
            <a:off x="4027920" y="4185340"/>
            <a:ext cx="1084080" cy="369332"/>
          </a:xfrm>
          <a:prstGeom prst="rect">
            <a:avLst/>
          </a:prstGeom>
          <a:solidFill>
            <a:schemeClr val="bg1"/>
          </a:solidFill>
        </p:spPr>
        <p:txBody>
          <a:bodyPr wrap="square" rtlCol="0">
            <a:spAutoFit/>
          </a:bodyPr>
          <a:lstStyle/>
          <a:p>
            <a:r>
              <a:rPr lang="en-US" dirty="0"/>
              <a:t>SDU Link</a:t>
            </a:r>
          </a:p>
        </p:txBody>
      </p:sp>
      <p:sp>
        <p:nvSpPr>
          <p:cNvPr id="48" name="TextBox 47">
            <a:extLst>
              <a:ext uri="{FF2B5EF4-FFF2-40B4-BE49-F238E27FC236}">
                <a16:creationId xmlns:a16="http://schemas.microsoft.com/office/drawing/2014/main" id="{E398C8F0-541A-8A2B-7EA7-C986DC84BEF2}"/>
              </a:ext>
            </a:extLst>
          </p:cNvPr>
          <p:cNvSpPr txBox="1"/>
          <p:nvPr/>
        </p:nvSpPr>
        <p:spPr>
          <a:xfrm>
            <a:off x="4015224" y="2912538"/>
            <a:ext cx="1084080" cy="369332"/>
          </a:xfrm>
          <a:prstGeom prst="rect">
            <a:avLst/>
          </a:prstGeom>
          <a:solidFill>
            <a:schemeClr val="bg1"/>
          </a:solidFill>
        </p:spPr>
        <p:txBody>
          <a:bodyPr wrap="square" rtlCol="0">
            <a:spAutoFit/>
          </a:bodyPr>
          <a:lstStyle/>
          <a:p>
            <a:r>
              <a:rPr lang="en-US" dirty="0"/>
              <a:t>SDU Link</a:t>
            </a:r>
          </a:p>
        </p:txBody>
      </p:sp>
      <p:sp>
        <p:nvSpPr>
          <p:cNvPr id="49" name="Rectangle 48">
            <a:extLst>
              <a:ext uri="{FF2B5EF4-FFF2-40B4-BE49-F238E27FC236}">
                <a16:creationId xmlns:a16="http://schemas.microsoft.com/office/drawing/2014/main" id="{680C8EE0-39B7-51E7-9B20-B01E7D9A49EF}"/>
              </a:ext>
            </a:extLst>
          </p:cNvPr>
          <p:cNvSpPr/>
          <p:nvPr/>
        </p:nvSpPr>
        <p:spPr>
          <a:xfrm>
            <a:off x="4885182" y="2490568"/>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9AEB120-59AB-5CF6-6E5A-222322EF93E2}"/>
              </a:ext>
            </a:extLst>
          </p:cNvPr>
          <p:cNvSpPr/>
          <p:nvPr/>
        </p:nvSpPr>
        <p:spPr>
          <a:xfrm>
            <a:off x="7018782" y="2461264"/>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7F5C354-B222-B8FE-6907-164CBA7A1915}"/>
              </a:ext>
            </a:extLst>
          </p:cNvPr>
          <p:cNvSpPr/>
          <p:nvPr/>
        </p:nvSpPr>
        <p:spPr>
          <a:xfrm>
            <a:off x="4885182" y="3764632"/>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FA4E38B-00A1-83A0-19CC-4D0FCCF62C9A}"/>
              </a:ext>
            </a:extLst>
          </p:cNvPr>
          <p:cNvSpPr/>
          <p:nvPr/>
        </p:nvSpPr>
        <p:spPr>
          <a:xfrm>
            <a:off x="7018782" y="3735328"/>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94179277-791E-F8E3-65DC-64DE00D0E1EC}"/>
              </a:ext>
            </a:extLst>
          </p:cNvPr>
          <p:cNvSpPr/>
          <p:nvPr/>
        </p:nvSpPr>
        <p:spPr>
          <a:xfrm>
            <a:off x="4885182" y="5038696"/>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8AFBA19-F5DC-935F-7A84-8A3CA4EBF645}"/>
              </a:ext>
            </a:extLst>
          </p:cNvPr>
          <p:cNvSpPr/>
          <p:nvPr/>
        </p:nvSpPr>
        <p:spPr>
          <a:xfrm>
            <a:off x="7018782" y="5009392"/>
            <a:ext cx="296418" cy="252632"/>
          </a:xfrm>
          <a:prstGeom prst="rect">
            <a:avLst/>
          </a:prstGeom>
          <a:solidFill>
            <a:srgbClr val="0070C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658F220D-4251-1D86-D609-FD2B0418372C}"/>
              </a:ext>
            </a:extLst>
          </p:cNvPr>
          <p:cNvSpPr txBox="1"/>
          <p:nvPr/>
        </p:nvSpPr>
        <p:spPr>
          <a:xfrm>
            <a:off x="5461254" y="1629197"/>
            <a:ext cx="1219200" cy="369332"/>
          </a:xfrm>
          <a:prstGeom prst="rect">
            <a:avLst/>
          </a:prstGeom>
          <a:solidFill>
            <a:schemeClr val="bg1"/>
          </a:solidFill>
        </p:spPr>
        <p:txBody>
          <a:bodyPr wrap="square" rtlCol="0">
            <a:spAutoFit/>
          </a:bodyPr>
          <a:lstStyle/>
          <a:p>
            <a:r>
              <a:rPr lang="en-US" dirty="0"/>
              <a:t>PDU Ports</a:t>
            </a:r>
          </a:p>
        </p:txBody>
      </p:sp>
      <p:cxnSp>
        <p:nvCxnSpPr>
          <p:cNvPr id="57" name="Curved Connector 56">
            <a:extLst>
              <a:ext uri="{FF2B5EF4-FFF2-40B4-BE49-F238E27FC236}">
                <a16:creationId xmlns:a16="http://schemas.microsoft.com/office/drawing/2014/main" id="{7ECB8CC9-83EA-A306-FB7C-5FBC53096498}"/>
              </a:ext>
            </a:extLst>
          </p:cNvPr>
          <p:cNvCxnSpPr/>
          <p:nvPr/>
        </p:nvCxnSpPr>
        <p:spPr>
          <a:xfrm rot="16200000" flipH="1">
            <a:off x="6579868" y="1954532"/>
            <a:ext cx="632464" cy="381000"/>
          </a:xfrm>
          <a:prstGeom prst="curvedConnector3">
            <a:avLst>
              <a:gd name="adj1" fmla="val -1084"/>
            </a:avLst>
          </a:prstGeom>
          <a:ln>
            <a:tailEnd type="triangle"/>
          </a:ln>
        </p:spPr>
        <p:style>
          <a:lnRef idx="1">
            <a:schemeClr val="dk1"/>
          </a:lnRef>
          <a:fillRef idx="0">
            <a:schemeClr val="dk1"/>
          </a:fillRef>
          <a:effectRef idx="0">
            <a:schemeClr val="dk1"/>
          </a:effectRef>
          <a:fontRef idx="minor">
            <a:schemeClr val="tx1"/>
          </a:fontRef>
        </p:style>
      </p:cxnSp>
      <p:cxnSp>
        <p:nvCxnSpPr>
          <p:cNvPr id="59" name="Curved Connector 58">
            <a:extLst>
              <a:ext uri="{FF2B5EF4-FFF2-40B4-BE49-F238E27FC236}">
                <a16:creationId xmlns:a16="http://schemas.microsoft.com/office/drawing/2014/main" id="{133508A8-A981-5F3A-440E-5BB3421F0A28}"/>
              </a:ext>
            </a:extLst>
          </p:cNvPr>
          <p:cNvCxnSpPr>
            <a:cxnSpLocks/>
            <a:stCxn id="55" idx="1"/>
            <a:endCxn id="49" idx="0"/>
          </p:cNvCxnSpPr>
          <p:nvPr/>
        </p:nvCxnSpPr>
        <p:spPr>
          <a:xfrm rot="10800000" flipV="1">
            <a:off x="5033392" y="1813862"/>
            <a:ext cx="427863" cy="676705"/>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56" name="Rectangle 55">
            <a:extLst>
              <a:ext uri="{FF2B5EF4-FFF2-40B4-BE49-F238E27FC236}">
                <a16:creationId xmlns:a16="http://schemas.microsoft.com/office/drawing/2014/main" id="{ACD3FC9A-15B3-13C6-E988-82BC2A59DD15}"/>
              </a:ext>
            </a:extLst>
          </p:cNvPr>
          <p:cNvSpPr/>
          <p:nvPr/>
        </p:nvSpPr>
        <p:spPr>
          <a:xfrm>
            <a:off x="1600200" y="2132204"/>
            <a:ext cx="1143000" cy="31591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B53A8912-A1AE-5490-85EE-1AF731EE9746}"/>
              </a:ext>
            </a:extLst>
          </p:cNvPr>
          <p:cNvSpPr txBox="1"/>
          <p:nvPr/>
        </p:nvSpPr>
        <p:spPr>
          <a:xfrm>
            <a:off x="9601200" y="1410962"/>
            <a:ext cx="2425279" cy="2585323"/>
          </a:xfrm>
          <a:prstGeom prst="rect">
            <a:avLst/>
          </a:prstGeom>
          <a:noFill/>
        </p:spPr>
        <p:txBody>
          <a:bodyPr wrap="square" rtlCol="0">
            <a:spAutoFit/>
          </a:bodyPr>
          <a:lstStyle/>
          <a:p>
            <a:r>
              <a:rPr lang="en-US" dirty="0"/>
              <a:t>Two network nodes participate in a layered comms relationship.</a:t>
            </a:r>
          </a:p>
          <a:p>
            <a:endParaRPr lang="en-US" dirty="0"/>
          </a:p>
          <a:p>
            <a:r>
              <a:rPr lang="en-US" dirty="0"/>
              <a:t>The Datagram protocol is over the Network protocol, which is over the Datalink protocol.</a:t>
            </a:r>
          </a:p>
        </p:txBody>
      </p:sp>
    </p:spTree>
    <p:extLst>
      <p:ext uri="{BB962C8B-B14F-4D97-AF65-F5344CB8AC3E}">
        <p14:creationId xmlns:p14="http://schemas.microsoft.com/office/powerpoint/2010/main" val="3038352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1BC116D-F388-51A5-FB46-D974F74069A0}"/>
              </a:ext>
            </a:extLst>
          </p:cNvPr>
          <p:cNvSpPr>
            <a:spLocks noGrp="1"/>
          </p:cNvSpPr>
          <p:nvPr>
            <p:ph idx="1"/>
          </p:nvPr>
        </p:nvSpPr>
        <p:spPr>
          <a:xfrm>
            <a:off x="262271" y="1107606"/>
            <a:ext cx="3587834" cy="5022063"/>
          </a:xfrm>
        </p:spPr>
        <p:txBody>
          <a:bodyPr>
            <a:normAutofit fontScale="92500" lnSpcReduction="10000"/>
          </a:bodyPr>
          <a:lstStyle/>
          <a:p>
            <a:r>
              <a:rPr lang="en-US" dirty="0"/>
              <a:t>Layered Comms Black Box View</a:t>
            </a:r>
          </a:p>
          <a:p>
            <a:r>
              <a:rPr lang="en-US" dirty="0"/>
              <a:t>3 protocols</a:t>
            </a:r>
          </a:p>
          <a:p>
            <a:r>
              <a:rPr lang="en-US" dirty="0"/>
              <a:t>Each protocol</a:t>
            </a:r>
          </a:p>
          <a:p>
            <a:pPr lvl="1"/>
            <a:r>
              <a:rPr lang="en-US" dirty="0"/>
              <a:t>PDU Ports</a:t>
            </a:r>
          </a:p>
          <a:p>
            <a:pPr lvl="1"/>
            <a:r>
              <a:rPr lang="en-US" dirty="0"/>
              <a:t>PDU Link Connector</a:t>
            </a:r>
          </a:p>
          <a:p>
            <a:pPr lvl="1"/>
            <a:r>
              <a:rPr lang="en-US" dirty="0"/>
              <a:t>PDU Item Flows</a:t>
            </a:r>
          </a:p>
          <a:p>
            <a:r>
              <a:rPr lang="en-US" dirty="0"/>
              <a:t>Layering of connectors noted using the “Over” stereotype </a:t>
            </a:r>
          </a:p>
        </p:txBody>
      </p:sp>
      <p:sp>
        <p:nvSpPr>
          <p:cNvPr id="6" name="Title 5">
            <a:extLst>
              <a:ext uri="{FF2B5EF4-FFF2-40B4-BE49-F238E27FC236}">
                <a16:creationId xmlns:a16="http://schemas.microsoft.com/office/drawing/2014/main" id="{AA2899E9-255A-A4A4-6743-7CB9C372E0BE}"/>
              </a:ext>
            </a:extLst>
          </p:cNvPr>
          <p:cNvSpPr>
            <a:spLocks noGrp="1"/>
          </p:cNvSpPr>
          <p:nvPr>
            <p:ph type="title"/>
          </p:nvPr>
        </p:nvSpPr>
        <p:spPr/>
        <p:txBody>
          <a:bodyPr>
            <a:normAutofit fontScale="90000"/>
          </a:bodyPr>
          <a:lstStyle/>
          <a:p>
            <a:r>
              <a:rPr lang="en-US" dirty="0"/>
              <a:t>Layered Interconnections</a:t>
            </a:r>
          </a:p>
        </p:txBody>
      </p:sp>
      <p:sp>
        <p:nvSpPr>
          <p:cNvPr id="3" name="Footer Placeholder 2">
            <a:extLst>
              <a:ext uri="{FF2B5EF4-FFF2-40B4-BE49-F238E27FC236}">
                <a16:creationId xmlns:a16="http://schemas.microsoft.com/office/drawing/2014/main" id="{C087847A-6FF6-2ADA-1373-B92D162181C2}"/>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4D1A0BE9-26AF-1C20-B20B-4B6380BCC478}"/>
              </a:ext>
            </a:extLst>
          </p:cNvPr>
          <p:cNvSpPr>
            <a:spLocks noGrp="1"/>
          </p:cNvSpPr>
          <p:nvPr>
            <p:ph type="sldNum" sz="quarter" idx="11"/>
          </p:nvPr>
        </p:nvSpPr>
        <p:spPr/>
        <p:txBody>
          <a:bodyPr/>
          <a:lstStyle/>
          <a:p>
            <a:fld id="{8BDF982E-8A8B-A649-9421-0AFF13AD0ECF}" type="slidenum">
              <a:rPr lang="en-US" smtClean="0"/>
              <a:pPr/>
              <a:t>28</a:t>
            </a:fld>
            <a:endParaRPr lang="en-US" dirty="0"/>
          </a:p>
        </p:txBody>
      </p:sp>
      <p:pic>
        <p:nvPicPr>
          <p:cNvPr id="5" name="Picture 4">
            <a:extLst>
              <a:ext uri="{FF2B5EF4-FFF2-40B4-BE49-F238E27FC236}">
                <a16:creationId xmlns:a16="http://schemas.microsoft.com/office/drawing/2014/main" id="{01F44EA0-15C7-8DEC-4777-1B377F4DDAB7}"/>
              </a:ext>
            </a:extLst>
          </p:cNvPr>
          <p:cNvPicPr>
            <a:picLocks noChangeAspect="1"/>
          </p:cNvPicPr>
          <p:nvPr/>
        </p:nvPicPr>
        <p:blipFill>
          <a:blip r:embed="rId2"/>
          <a:stretch>
            <a:fillRect/>
          </a:stretch>
        </p:blipFill>
        <p:spPr>
          <a:xfrm>
            <a:off x="4003156" y="1038888"/>
            <a:ext cx="7926573" cy="5166427"/>
          </a:xfrm>
          <a:prstGeom prst="rect">
            <a:avLst/>
          </a:prstGeom>
        </p:spPr>
      </p:pic>
    </p:spTree>
    <p:extLst>
      <p:ext uri="{BB962C8B-B14F-4D97-AF65-F5344CB8AC3E}">
        <p14:creationId xmlns:p14="http://schemas.microsoft.com/office/powerpoint/2010/main" val="3328897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A4405-B140-BEE5-F739-579C41FFAEC0}"/>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7AB2844-1AD3-DB7D-9208-E70E829390E5}"/>
              </a:ext>
            </a:extLst>
          </p:cNvPr>
          <p:cNvSpPr>
            <a:spLocks noGrp="1"/>
          </p:cNvSpPr>
          <p:nvPr>
            <p:ph idx="1"/>
          </p:nvPr>
        </p:nvSpPr>
        <p:spPr>
          <a:xfrm>
            <a:off x="192505" y="1107606"/>
            <a:ext cx="3427881" cy="5022063"/>
          </a:xfrm>
        </p:spPr>
        <p:txBody>
          <a:bodyPr>
            <a:normAutofit fontScale="77500" lnSpcReduction="20000"/>
          </a:bodyPr>
          <a:lstStyle/>
          <a:p>
            <a:r>
              <a:rPr lang="en-US" dirty="0"/>
              <a:t>Parent Block with optionality on PDU ports</a:t>
            </a:r>
          </a:p>
          <a:p>
            <a:pPr lvl="1"/>
            <a:r>
              <a:rPr lang="en-US" dirty="0"/>
              <a:t>Binding connectors between inner/outer PDU Ports</a:t>
            </a:r>
          </a:p>
          <a:p>
            <a:r>
              <a:rPr lang="en-US" dirty="0"/>
              <a:t>Layered protocol entities within the NetworkNode</a:t>
            </a:r>
          </a:p>
          <a:p>
            <a:pPr lvl="1"/>
            <a:r>
              <a:rPr lang="en-US" dirty="0"/>
              <a:t>SAP Ports</a:t>
            </a:r>
          </a:p>
          <a:p>
            <a:pPr lvl="1"/>
            <a:r>
              <a:rPr lang="en-US" dirty="0"/>
              <a:t>SAP Clients</a:t>
            </a:r>
          </a:p>
          <a:p>
            <a:pPr lvl="1"/>
            <a:r>
              <a:rPr lang="en-US" dirty="0"/>
              <a:t>SDU Link connectors</a:t>
            </a:r>
          </a:p>
          <a:p>
            <a:pPr lvl="1"/>
            <a:r>
              <a:rPr lang="en-US" dirty="0"/>
              <a:t>SDU item flows not shown</a:t>
            </a:r>
          </a:p>
        </p:txBody>
      </p:sp>
      <p:sp>
        <p:nvSpPr>
          <p:cNvPr id="6" name="Title 5">
            <a:extLst>
              <a:ext uri="{FF2B5EF4-FFF2-40B4-BE49-F238E27FC236}">
                <a16:creationId xmlns:a16="http://schemas.microsoft.com/office/drawing/2014/main" id="{B79D5FE3-FD56-49E7-F148-F4AAB9B8F3E1}"/>
              </a:ext>
            </a:extLst>
          </p:cNvPr>
          <p:cNvSpPr>
            <a:spLocks noGrp="1"/>
          </p:cNvSpPr>
          <p:nvPr>
            <p:ph type="title"/>
          </p:nvPr>
        </p:nvSpPr>
        <p:spPr/>
        <p:txBody>
          <a:bodyPr>
            <a:noAutofit/>
          </a:bodyPr>
          <a:lstStyle/>
          <a:p>
            <a:r>
              <a:rPr lang="en-US" sz="3600" dirty="0"/>
              <a:t>Layered Protocol Entities within Network Node</a:t>
            </a:r>
          </a:p>
        </p:txBody>
      </p:sp>
      <p:sp>
        <p:nvSpPr>
          <p:cNvPr id="3" name="Footer Placeholder 2">
            <a:extLst>
              <a:ext uri="{FF2B5EF4-FFF2-40B4-BE49-F238E27FC236}">
                <a16:creationId xmlns:a16="http://schemas.microsoft.com/office/drawing/2014/main" id="{4EE0EB6B-EFF9-BC92-1A30-F7DB9047D75A}"/>
              </a:ext>
            </a:extLst>
          </p:cNvPr>
          <p:cNvSpPr>
            <a:spLocks noGrp="1"/>
          </p:cNvSpPr>
          <p:nvPr>
            <p:ph type="ftr" sz="quarter" idx="10"/>
          </p:nvPr>
        </p:nvSpPr>
        <p:spPr/>
        <p:txBody>
          <a:bodyPr/>
          <a:lstStyle/>
          <a:p>
            <a:pPr>
              <a:defRPr/>
            </a:pPr>
            <a:r>
              <a:rPr lang="en-US" dirty="0"/>
              <a:t>CC-BY-4.0   03 July 2026</a:t>
            </a:r>
          </a:p>
        </p:txBody>
      </p:sp>
      <p:sp>
        <p:nvSpPr>
          <p:cNvPr id="4" name="Slide Number Placeholder 3">
            <a:extLst>
              <a:ext uri="{FF2B5EF4-FFF2-40B4-BE49-F238E27FC236}">
                <a16:creationId xmlns:a16="http://schemas.microsoft.com/office/drawing/2014/main" id="{D59E7DF7-344D-178B-768A-F1D73C2228C8}"/>
              </a:ext>
            </a:extLst>
          </p:cNvPr>
          <p:cNvSpPr>
            <a:spLocks noGrp="1"/>
          </p:cNvSpPr>
          <p:nvPr>
            <p:ph type="sldNum" sz="quarter" idx="11"/>
          </p:nvPr>
        </p:nvSpPr>
        <p:spPr/>
        <p:txBody>
          <a:bodyPr/>
          <a:lstStyle/>
          <a:p>
            <a:fld id="{8BDF982E-8A8B-A649-9421-0AFF13AD0ECF}" type="slidenum">
              <a:rPr lang="en-US" smtClean="0"/>
              <a:pPr/>
              <a:t>29</a:t>
            </a:fld>
            <a:endParaRPr lang="en-US" dirty="0"/>
          </a:p>
        </p:txBody>
      </p:sp>
      <p:pic>
        <p:nvPicPr>
          <p:cNvPr id="2" name="Picture 1">
            <a:extLst>
              <a:ext uri="{FF2B5EF4-FFF2-40B4-BE49-F238E27FC236}">
                <a16:creationId xmlns:a16="http://schemas.microsoft.com/office/drawing/2014/main" id="{79CD7E74-1D89-AEBB-A84D-147BEF70881F}"/>
              </a:ext>
            </a:extLst>
          </p:cNvPr>
          <p:cNvPicPr>
            <a:picLocks noChangeAspect="1"/>
          </p:cNvPicPr>
          <p:nvPr/>
        </p:nvPicPr>
        <p:blipFill>
          <a:blip r:embed="rId2"/>
          <a:stretch>
            <a:fillRect/>
          </a:stretch>
        </p:blipFill>
        <p:spPr>
          <a:xfrm>
            <a:off x="3673253" y="885160"/>
            <a:ext cx="8001295" cy="5489678"/>
          </a:xfrm>
          <a:prstGeom prst="rect">
            <a:avLst/>
          </a:prstGeom>
        </p:spPr>
      </p:pic>
    </p:spTree>
    <p:extLst>
      <p:ext uri="{BB962C8B-B14F-4D97-AF65-F5344CB8AC3E}">
        <p14:creationId xmlns:p14="http://schemas.microsoft.com/office/powerpoint/2010/main" val="2667838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3B1441-8F3B-74FA-3C34-3F8198E8D630}"/>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1630FCC7-FF59-EA76-5EE2-AF0EFC97088B}"/>
              </a:ext>
            </a:extLst>
          </p:cNvPr>
          <p:cNvSpPr>
            <a:spLocks noGrp="1"/>
          </p:cNvSpPr>
          <p:nvPr>
            <p:ph type="title"/>
          </p:nvPr>
        </p:nvSpPr>
        <p:spPr/>
        <p:txBody>
          <a:bodyPr>
            <a:normAutofit fontScale="90000"/>
          </a:bodyPr>
          <a:lstStyle/>
          <a:p>
            <a:r>
              <a:rPr lang="en-US" dirty="0" err="1"/>
              <a:t>SystemX</a:t>
            </a:r>
            <a:r>
              <a:rPr lang="en-US" dirty="0"/>
              <a:t> White Box Layered Comms</a:t>
            </a:r>
          </a:p>
        </p:txBody>
      </p:sp>
      <p:sp>
        <p:nvSpPr>
          <p:cNvPr id="4" name="Footer Placeholder 3">
            <a:extLst>
              <a:ext uri="{FF2B5EF4-FFF2-40B4-BE49-F238E27FC236}">
                <a16:creationId xmlns:a16="http://schemas.microsoft.com/office/drawing/2014/main" id="{CF954A4A-DB66-6D10-3A2B-4D1FAA53F0BB}"/>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BA548D6C-7845-ABAB-E42A-67506584DE99}"/>
              </a:ext>
            </a:extLst>
          </p:cNvPr>
          <p:cNvSpPr>
            <a:spLocks noGrp="1"/>
          </p:cNvSpPr>
          <p:nvPr>
            <p:ph type="sldNum" sz="quarter" idx="11"/>
          </p:nvPr>
        </p:nvSpPr>
        <p:spPr/>
        <p:txBody>
          <a:bodyPr/>
          <a:lstStyle/>
          <a:p>
            <a:fld id="{8BDF982E-8A8B-A649-9421-0AFF13AD0ECF}" type="slidenum">
              <a:rPr lang="en-US" smtClean="0"/>
              <a:pPr/>
              <a:t>30</a:t>
            </a:fld>
            <a:endParaRPr lang="en-US" dirty="0"/>
          </a:p>
        </p:txBody>
      </p:sp>
      <p:pic>
        <p:nvPicPr>
          <p:cNvPr id="6" name="Picture 5">
            <a:extLst>
              <a:ext uri="{FF2B5EF4-FFF2-40B4-BE49-F238E27FC236}">
                <a16:creationId xmlns:a16="http://schemas.microsoft.com/office/drawing/2014/main" id="{77814DB1-90B6-6F25-9CE7-A4A27A21E2A6}"/>
              </a:ext>
            </a:extLst>
          </p:cNvPr>
          <p:cNvPicPr>
            <a:picLocks noChangeAspect="1"/>
          </p:cNvPicPr>
          <p:nvPr/>
        </p:nvPicPr>
        <p:blipFill>
          <a:blip r:embed="rId2"/>
          <a:stretch>
            <a:fillRect/>
          </a:stretch>
        </p:blipFill>
        <p:spPr>
          <a:xfrm>
            <a:off x="728675" y="930177"/>
            <a:ext cx="10799537" cy="5419450"/>
          </a:xfrm>
          <a:prstGeom prst="rect">
            <a:avLst/>
          </a:prstGeom>
        </p:spPr>
      </p:pic>
    </p:spTree>
    <p:extLst>
      <p:ext uri="{BB962C8B-B14F-4D97-AF65-F5344CB8AC3E}">
        <p14:creationId xmlns:p14="http://schemas.microsoft.com/office/powerpoint/2010/main" val="3866625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3833FD-0330-ABEF-E6F8-EBA637FD58F4}"/>
              </a:ext>
            </a:extLst>
          </p:cNvPr>
          <p:cNvSpPr>
            <a:spLocks noGrp="1"/>
          </p:cNvSpPr>
          <p:nvPr>
            <p:ph idx="1"/>
          </p:nvPr>
        </p:nvSpPr>
        <p:spPr>
          <a:xfrm>
            <a:off x="109525" y="980681"/>
            <a:ext cx="4249824" cy="5319110"/>
          </a:xfrm>
        </p:spPr>
        <p:txBody>
          <a:bodyPr>
            <a:normAutofit fontScale="77500" lnSpcReduction="20000"/>
          </a:bodyPr>
          <a:lstStyle/>
          <a:p>
            <a:r>
              <a:rPr lang="en-US" sz="1800" dirty="0"/>
              <a:t>Inspired by…</a:t>
            </a:r>
          </a:p>
          <a:p>
            <a:pPr lvl="1"/>
            <a:r>
              <a:rPr lang="en-US" sz="1600" dirty="0"/>
              <a:t>SysML v2 </a:t>
            </a:r>
            <a:r>
              <a:rPr lang="en-US" sz="1600" dirty="0" err="1"/>
              <a:t>LayeredComms</a:t>
            </a:r>
            <a:r>
              <a:rPr lang="en-US" sz="1600" dirty="0"/>
              <a:t> library </a:t>
            </a:r>
            <a:r>
              <a:rPr lang="en-US" sz="1600" dirty="0">
                <a:hlinkClick r:id="rId2"/>
              </a:rPr>
              <a:t>https://github.com/guymeador/usm</a:t>
            </a:r>
            <a:r>
              <a:rPr lang="en-US" sz="1600" dirty="0"/>
              <a:t> </a:t>
            </a:r>
          </a:p>
          <a:p>
            <a:pPr lvl="1"/>
            <a:r>
              <a:rPr lang="en-US" sz="1600" dirty="0"/>
              <a:t>Open-licensed repository</a:t>
            </a:r>
          </a:p>
          <a:p>
            <a:pPr lvl="1"/>
            <a:r>
              <a:rPr lang="en-US" sz="1600" dirty="0"/>
              <a:t>“Useful System Models”</a:t>
            </a:r>
          </a:p>
          <a:p>
            <a:r>
              <a:rPr lang="en-US" sz="1800" dirty="0"/>
              <a:t>README</a:t>
            </a:r>
          </a:p>
          <a:p>
            <a:pPr lvl="1"/>
            <a:r>
              <a:rPr lang="en-US" sz="1600" dirty="0"/>
              <a:t>From the repository above</a:t>
            </a:r>
          </a:p>
          <a:p>
            <a:pPr lvl="1"/>
            <a:r>
              <a:rPr lang="en-US" sz="1600" dirty="0"/>
              <a:t>Applies to the SysML v2 library for </a:t>
            </a:r>
            <a:r>
              <a:rPr lang="en-US" sz="1600" dirty="0" err="1"/>
              <a:t>LayeredComms</a:t>
            </a:r>
            <a:r>
              <a:rPr lang="en-US" sz="1600" dirty="0"/>
              <a:t> and other work on </a:t>
            </a:r>
            <a:r>
              <a:rPr lang="en-US" sz="1600" dirty="0" err="1"/>
              <a:t>DataFields</a:t>
            </a:r>
            <a:r>
              <a:rPr lang="en-US" sz="1600" dirty="0"/>
              <a:t>, too.</a:t>
            </a:r>
          </a:p>
          <a:p>
            <a:r>
              <a:rPr lang="en-US" sz="2000" dirty="0"/>
              <a:t>SysML v1 MDZIP to be available</a:t>
            </a:r>
          </a:p>
          <a:p>
            <a:pPr lvl="1"/>
            <a:r>
              <a:rPr lang="en-US" sz="1600" dirty="0"/>
              <a:t>The profile and example provided in this presentation will also be available at the above link.</a:t>
            </a:r>
          </a:p>
          <a:p>
            <a:pPr lvl="1"/>
            <a:r>
              <a:rPr lang="en-US" sz="1600" dirty="0"/>
              <a:t>Download and open to explore the profile and example more deeply</a:t>
            </a:r>
          </a:p>
          <a:p>
            <a:pPr lvl="1"/>
            <a:r>
              <a:rPr lang="en-US" sz="1600" dirty="0"/>
              <a:t>Use it to impress your friends!</a:t>
            </a:r>
          </a:p>
          <a:p>
            <a:pPr lvl="1"/>
            <a:r>
              <a:rPr lang="en-US" sz="1600" dirty="0"/>
              <a:t>Provide feedback to make it better!</a:t>
            </a:r>
          </a:p>
          <a:p>
            <a:pPr marL="0" indent="0">
              <a:buNone/>
            </a:pPr>
            <a:endParaRPr lang="en-US" sz="2000" dirty="0"/>
          </a:p>
        </p:txBody>
      </p:sp>
      <p:sp>
        <p:nvSpPr>
          <p:cNvPr id="3" name="Title 2">
            <a:extLst>
              <a:ext uri="{FF2B5EF4-FFF2-40B4-BE49-F238E27FC236}">
                <a16:creationId xmlns:a16="http://schemas.microsoft.com/office/drawing/2014/main" id="{35D74FD6-0B71-839B-930F-980EE263EBC7}"/>
              </a:ext>
            </a:extLst>
          </p:cNvPr>
          <p:cNvSpPr>
            <a:spLocks noGrp="1"/>
          </p:cNvSpPr>
          <p:nvPr>
            <p:ph type="title"/>
          </p:nvPr>
        </p:nvSpPr>
        <p:spPr/>
        <p:txBody>
          <a:bodyPr>
            <a:normAutofit fontScale="90000"/>
          </a:bodyPr>
          <a:lstStyle/>
          <a:p>
            <a:r>
              <a:rPr lang="en-US" dirty="0"/>
              <a:t>Related Work</a:t>
            </a:r>
          </a:p>
        </p:txBody>
      </p:sp>
      <p:sp>
        <p:nvSpPr>
          <p:cNvPr id="4" name="Footer Placeholder 3">
            <a:extLst>
              <a:ext uri="{FF2B5EF4-FFF2-40B4-BE49-F238E27FC236}">
                <a16:creationId xmlns:a16="http://schemas.microsoft.com/office/drawing/2014/main" id="{B3AF9CCF-BBC1-B4F3-B5BE-0D0C39DE40C0}"/>
              </a:ext>
            </a:extLst>
          </p:cNvPr>
          <p:cNvSpPr>
            <a:spLocks noGrp="1"/>
          </p:cNvSpPr>
          <p:nvPr>
            <p:ph type="ftr" sz="quarter" idx="10"/>
          </p:nvPr>
        </p:nvSpPr>
        <p:spPr/>
        <p:txBody>
          <a:bodyPr/>
          <a:lstStyle/>
          <a:p>
            <a:r>
              <a:rPr lang="en-US" dirty="0"/>
              <a:t>CC-BY-4.0   03 July 2026</a:t>
            </a:r>
          </a:p>
        </p:txBody>
      </p:sp>
      <p:sp>
        <p:nvSpPr>
          <p:cNvPr id="5" name="Slide Number Placeholder 4">
            <a:extLst>
              <a:ext uri="{FF2B5EF4-FFF2-40B4-BE49-F238E27FC236}">
                <a16:creationId xmlns:a16="http://schemas.microsoft.com/office/drawing/2014/main" id="{3E67CEF7-D353-3844-130C-632D7EFBF063}"/>
              </a:ext>
            </a:extLst>
          </p:cNvPr>
          <p:cNvSpPr>
            <a:spLocks noGrp="1"/>
          </p:cNvSpPr>
          <p:nvPr>
            <p:ph type="sldNum" sz="quarter" idx="11"/>
          </p:nvPr>
        </p:nvSpPr>
        <p:spPr/>
        <p:txBody>
          <a:bodyPr/>
          <a:lstStyle/>
          <a:p>
            <a:fld id="{8BDF982E-8A8B-A649-9421-0AFF13AD0ECF}" type="slidenum">
              <a:rPr lang="en-US" smtClean="0"/>
              <a:pPr/>
              <a:t>31</a:t>
            </a:fld>
            <a:endParaRPr lang="en-US" dirty="0"/>
          </a:p>
        </p:txBody>
      </p:sp>
      <p:sp>
        <p:nvSpPr>
          <p:cNvPr id="8" name="Rectangle 2">
            <a:extLst>
              <a:ext uri="{FF2B5EF4-FFF2-40B4-BE49-F238E27FC236}">
                <a16:creationId xmlns:a16="http://schemas.microsoft.com/office/drawing/2014/main" id="{218CDE88-6054-9A89-AE77-E0EDE88E1991}"/>
              </a:ext>
            </a:extLst>
          </p:cNvPr>
          <p:cNvSpPr>
            <a:spLocks noChangeArrowheads="1"/>
          </p:cNvSpPr>
          <p:nvPr/>
        </p:nvSpPr>
        <p:spPr bwMode="auto">
          <a:xfrm>
            <a:off x="4407195" y="1180736"/>
            <a:ext cx="767528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F2328"/>
                </a:solidFill>
                <a:effectLst/>
                <a:latin typeface="Mona Sans VF"/>
              </a:rPr>
              <a:t>Thank you to the OMG System Modeling Community User WG’s Layered Interface Pattern subgroup members listed below. Your perspectives, wise counsel, feedback, advice, review, discussion, and patience have made this work all the better!</a:t>
            </a:r>
            <a:endParaRPr kumimoji="0" lang="en-US" altLang="en-US" sz="700" b="0" i="0" u="none" strike="noStrike" cap="none" normalizeH="0" baseline="0" dirty="0">
              <a:ln>
                <a:noFill/>
              </a:ln>
              <a:solidFill>
                <a:schemeClr val="tx1"/>
              </a:solidFill>
              <a:effectLst/>
            </a:endParaRPr>
          </a:p>
          <a:p>
            <a:pPr lvl="1">
              <a:buFontTx/>
              <a:buChar char="•"/>
            </a:pPr>
            <a:r>
              <a:rPr kumimoji="0" lang="en-US" altLang="en-US" sz="1100" b="0" i="0" u="none" strike="noStrike" cap="none" normalizeH="0" baseline="0" dirty="0">
                <a:ln>
                  <a:noFill/>
                </a:ln>
                <a:solidFill>
                  <a:srgbClr val="1F2328"/>
                </a:solidFill>
                <a:effectLst/>
                <a:latin typeface="Mona Sans VF"/>
              </a:rPr>
              <a:t>Sanford Friedenthal</a:t>
            </a:r>
          </a:p>
          <a:p>
            <a:pPr lvl="1">
              <a:buFontTx/>
              <a:buChar char="•"/>
            </a:pPr>
            <a:r>
              <a:rPr kumimoji="0" lang="en-US" altLang="en-US" sz="1100" b="0" i="0" u="none" strike="noStrike" cap="none" normalizeH="0" baseline="0" dirty="0">
                <a:ln>
                  <a:noFill/>
                </a:ln>
                <a:solidFill>
                  <a:srgbClr val="1F2328"/>
                </a:solidFill>
                <a:effectLst/>
                <a:latin typeface="Mona Sans VF"/>
              </a:rPr>
              <a:t>Hans Peter de Koning</a:t>
            </a:r>
          </a:p>
          <a:p>
            <a:pPr lvl="1">
              <a:buFontTx/>
              <a:buChar char="•"/>
            </a:pPr>
            <a:r>
              <a:rPr kumimoji="0" lang="en-US" altLang="en-US" sz="1100" b="0" i="0" u="none" strike="noStrike" cap="none" normalizeH="0" baseline="0" dirty="0">
                <a:ln>
                  <a:noFill/>
                </a:ln>
                <a:solidFill>
                  <a:srgbClr val="1F2328"/>
                </a:solidFill>
                <a:effectLst/>
                <a:latin typeface="Mona Sans VF"/>
              </a:rPr>
              <a:t>Andrew Muxen</a:t>
            </a:r>
          </a:p>
          <a:p>
            <a:pPr lvl="1">
              <a:buFontTx/>
              <a:buChar char="•"/>
            </a:pPr>
            <a:r>
              <a:rPr kumimoji="0" lang="en-US" altLang="en-US" sz="1100" b="0" i="0" u="none" strike="noStrike" cap="none" normalizeH="0" baseline="0" dirty="0">
                <a:ln>
                  <a:noFill/>
                </a:ln>
                <a:solidFill>
                  <a:srgbClr val="1F2328"/>
                </a:solidFill>
                <a:effectLst/>
                <a:latin typeface="Mona Sans VF"/>
              </a:rPr>
              <a:t>Austin Roberts</a:t>
            </a:r>
          </a:p>
          <a:p>
            <a:pPr lvl="1">
              <a:buFontTx/>
              <a:buChar char="•"/>
            </a:pPr>
            <a:r>
              <a:rPr kumimoji="0" lang="en-US" altLang="en-US" sz="1100" b="0" i="0" u="none" strike="noStrike" cap="none" normalizeH="0" baseline="0" dirty="0">
                <a:ln>
                  <a:noFill/>
                </a:ln>
                <a:solidFill>
                  <a:srgbClr val="1F2328"/>
                </a:solidFill>
                <a:effectLst/>
                <a:latin typeface="Mona Sans VF"/>
              </a:rPr>
              <a:t>Peter Shames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F2328"/>
                </a:solidFill>
                <a:effectLst/>
                <a:latin typeface="Mona Sans VF"/>
              </a:rPr>
              <a:t>Separate feedback was also received from others listed here. Thank you!:</a:t>
            </a:r>
            <a:endParaRPr kumimoji="0" lang="en-US" altLang="en-US" sz="700" b="0" i="0" u="none" strike="noStrike" cap="none" normalizeH="0" baseline="0" dirty="0">
              <a:ln>
                <a:noFill/>
              </a:ln>
              <a:solidFill>
                <a:schemeClr val="tx1"/>
              </a:solidFill>
              <a:effectLst/>
            </a:endParaRPr>
          </a:p>
          <a:p>
            <a:pPr lvl="1">
              <a:buFontTx/>
              <a:buChar char="•"/>
            </a:pPr>
            <a:r>
              <a:rPr kumimoji="0" lang="en-US" altLang="en-US" sz="1100" b="0" i="0" u="none" strike="noStrike" cap="none" normalizeH="0" baseline="0" dirty="0">
                <a:ln>
                  <a:noFill/>
                </a:ln>
                <a:solidFill>
                  <a:srgbClr val="1F2328"/>
                </a:solidFill>
                <a:effectLst/>
                <a:latin typeface="Mona Sans VF"/>
              </a:rPr>
              <a:t>Vince Molnar</a:t>
            </a:r>
          </a:p>
          <a:p>
            <a:pPr lvl="1">
              <a:buFontTx/>
              <a:buChar char="•"/>
            </a:pPr>
            <a:r>
              <a:rPr kumimoji="0" lang="en-US" altLang="en-US" sz="1100" b="0" i="0" u="none" strike="noStrike" cap="none" normalizeH="0" baseline="0" dirty="0">
                <a:ln>
                  <a:noFill/>
                </a:ln>
                <a:solidFill>
                  <a:srgbClr val="1F2328"/>
                </a:solidFill>
                <a:effectLst/>
                <a:latin typeface="Mona Sans VF"/>
              </a:rPr>
              <a:t>Juozas </a:t>
            </a:r>
            <a:r>
              <a:rPr kumimoji="0" lang="en-US" altLang="en-US" sz="1100" b="0" i="0" u="none" strike="noStrike" cap="none" normalizeH="0" baseline="0" dirty="0" err="1">
                <a:ln>
                  <a:noFill/>
                </a:ln>
                <a:solidFill>
                  <a:srgbClr val="1F2328"/>
                </a:solidFill>
                <a:effectLst/>
                <a:latin typeface="Mona Sans VF"/>
              </a:rPr>
              <a:t>Vaicenavicius</a:t>
            </a:r>
            <a:endParaRPr kumimoji="0" lang="en-US" altLang="en-US" sz="1100" b="0" i="0" u="none" strike="noStrike" cap="none" normalizeH="0" baseline="0" dirty="0">
              <a:ln>
                <a:noFill/>
              </a:ln>
              <a:solidFill>
                <a:srgbClr val="1F2328"/>
              </a:solidFill>
              <a:effectLst/>
              <a:latin typeface="Mona Sans VF"/>
            </a:endParaRPr>
          </a:p>
          <a:p>
            <a:pPr lvl="1">
              <a:buFontTx/>
              <a:buChar char="•"/>
            </a:pPr>
            <a:r>
              <a:rPr kumimoji="0" lang="en-US" altLang="en-US" sz="1100" b="0" i="0" u="none" strike="noStrike" cap="none" normalizeH="0" baseline="0" dirty="0">
                <a:ln>
                  <a:noFill/>
                </a:ln>
                <a:solidFill>
                  <a:srgbClr val="1F2328"/>
                </a:solidFill>
                <a:effectLst/>
                <a:latin typeface="Mona Sans VF"/>
              </a:rPr>
              <a:t>Simas </a:t>
            </a:r>
            <a:r>
              <a:rPr kumimoji="0" lang="en-US" altLang="en-US" sz="1100" b="0" i="0" u="none" strike="noStrike" cap="none" normalizeH="0" baseline="0" dirty="0" err="1">
                <a:ln>
                  <a:noFill/>
                </a:ln>
                <a:solidFill>
                  <a:srgbClr val="1F2328"/>
                </a:solidFill>
                <a:effectLst/>
                <a:latin typeface="Mona Sans VF"/>
              </a:rPr>
              <a:t>Vaitekicius</a:t>
            </a:r>
            <a:endParaRPr kumimoji="0" lang="en-US" altLang="en-US" sz="1100" b="0" i="0" u="none" strike="noStrike" cap="none" normalizeH="0" baseline="0" dirty="0">
              <a:ln>
                <a:noFill/>
              </a:ln>
              <a:solidFill>
                <a:srgbClr val="1F2328"/>
              </a:solidFill>
              <a:effectLst/>
              <a:latin typeface="Mona Sans VF"/>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rgbClr val="1F2328"/>
              </a:solidFill>
              <a:effectLst/>
              <a:latin typeface="Mona Sans V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1F2328"/>
                </a:solidFill>
                <a:effectLst/>
                <a:latin typeface="Mona Sans VF"/>
              </a:rPr>
              <a:t>Other Resources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F2328"/>
                </a:solidFill>
                <a:effectLst/>
                <a:latin typeface="Mona Sans VF"/>
              </a:rPr>
              <a:t>2015-2016 Original INCOSE papers and model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F2328"/>
                </a:solidFill>
                <a:effectLst/>
                <a:latin typeface="Mona Sans VF"/>
              </a:rPr>
              <a:t>Peter M. Shames, Marc A. </a:t>
            </a:r>
            <a:r>
              <a:rPr kumimoji="0" lang="en-US" altLang="en-US" sz="1100" b="0" i="0" u="none" strike="noStrike" cap="none" normalizeH="0" baseline="0" dirty="0" err="1">
                <a:ln>
                  <a:noFill/>
                </a:ln>
                <a:solidFill>
                  <a:srgbClr val="1F2328"/>
                </a:solidFill>
                <a:effectLst/>
                <a:latin typeface="Mona Sans VF"/>
              </a:rPr>
              <a:t>Sarrel</a:t>
            </a:r>
            <a:r>
              <a:rPr kumimoji="0" lang="en-US" altLang="en-US" sz="1100" b="0" i="0" u="none" strike="noStrike" cap="none" normalizeH="0" baseline="0" dirty="0">
                <a:ln>
                  <a:noFill/>
                </a:ln>
                <a:solidFill>
                  <a:srgbClr val="1F2328"/>
                </a:solidFill>
                <a:effectLst/>
                <a:latin typeface="Mona Sans VF"/>
              </a:rPr>
              <a:t>, Sanford Friedenthal</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sng" strike="noStrike" cap="none" normalizeH="0" baseline="0" dirty="0">
                <a:ln>
                  <a:noFill/>
                </a:ln>
                <a:solidFill>
                  <a:srgbClr val="1F2328"/>
                </a:solidFill>
                <a:effectLst/>
                <a:latin typeface="Mona Sans VF"/>
                <a:hlinkClick r:id="rId3"/>
              </a:rPr>
              <a:t>http://www.omgsysml.org/A_modeling_pattern_for_layered_system_interfaces-INCOSE%20IS15_presentation-sarrel-shames.pdf</a:t>
            </a:r>
            <a:endParaRPr kumimoji="0" lang="en-US" altLang="en-US" sz="1100" b="0" i="0" u="none" strike="noStrike" cap="none" normalizeH="0" baseline="0" dirty="0">
              <a:ln>
                <a:noFill/>
              </a:ln>
              <a:solidFill>
                <a:srgbClr val="1F2328"/>
              </a:solidFill>
              <a:effectLst/>
              <a:latin typeface="Mona Sans VF"/>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sng" strike="noStrike" cap="none" normalizeH="0" baseline="0" dirty="0">
                <a:ln>
                  <a:noFill/>
                </a:ln>
                <a:solidFill>
                  <a:srgbClr val="1F2328"/>
                </a:solidFill>
                <a:effectLst/>
                <a:latin typeface="Mona Sans VF"/>
                <a:hlinkClick r:id="rId4"/>
              </a:rPr>
              <a:t>http://www.omgsysml.org/A_modeling_pattern_for_layered_system_interfaces-INCOSE%20IS15_paper-sarrel-shames.pdf</a:t>
            </a:r>
            <a:endParaRPr kumimoji="0" lang="en-US" altLang="en-US" sz="1100" b="0" i="0" u="none" strike="noStrike" cap="none" normalizeH="0" baseline="0" dirty="0">
              <a:ln>
                <a:noFill/>
              </a:ln>
              <a:solidFill>
                <a:srgbClr val="1F2328"/>
              </a:solidFill>
              <a:effectLst/>
              <a:latin typeface="Mona Sans VF"/>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sng" strike="noStrike" cap="none" normalizeH="0" baseline="0" dirty="0">
                <a:ln>
                  <a:noFill/>
                </a:ln>
                <a:solidFill>
                  <a:srgbClr val="1F2328"/>
                </a:solidFill>
                <a:effectLst/>
                <a:latin typeface="Mona Sans VF"/>
                <a:hlinkClick r:id="rId5"/>
              </a:rPr>
              <a:t>http://www.omgsysml.org/INCOSE_IS_2016_paper_Application-of-a-Layered-Interface-Modeling-Pattern.pdf</a:t>
            </a:r>
            <a:endParaRPr kumimoji="0" lang="en-US" altLang="en-US" sz="1100" b="0" i="0" u="none" strike="noStrike" cap="none" normalizeH="0" baseline="0" dirty="0">
              <a:ln>
                <a:noFill/>
              </a:ln>
              <a:solidFill>
                <a:srgbClr val="1F2328"/>
              </a:solidFill>
              <a:effectLst/>
              <a:latin typeface="Mona Sans V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F2328"/>
                </a:solidFill>
                <a:effectLst/>
                <a:latin typeface="Mona Sans VF"/>
              </a:rPr>
              <a:t>OMG System Modeling Community (Please join to participate)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sng" strike="noStrike" cap="none" normalizeH="0" baseline="0" dirty="0">
                <a:ln>
                  <a:noFill/>
                </a:ln>
                <a:solidFill>
                  <a:srgbClr val="1F2328"/>
                </a:solidFill>
                <a:effectLst/>
                <a:latin typeface="Mona Sans VF"/>
                <a:hlinkClick r:id="rId6"/>
              </a:rPr>
              <a:t>Systems Modeling Community | Object Management Group</a:t>
            </a:r>
            <a:endParaRPr kumimoji="0" lang="en-US" altLang="en-US" sz="1100" b="0" i="0" u="none" strike="noStrike" cap="none" normalizeH="0" baseline="0" dirty="0">
              <a:ln>
                <a:noFill/>
              </a:ln>
              <a:solidFill>
                <a:srgbClr val="1F2328"/>
              </a:solidFill>
              <a:effectLst/>
              <a:latin typeface="Mona Sans VF"/>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F2328"/>
                </a:solidFill>
                <a:effectLst/>
                <a:latin typeface="Mona Sans VF"/>
              </a:rPr>
              <a:t>Users Working Group</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F2328"/>
                </a:solidFill>
                <a:effectLst/>
                <a:latin typeface="Mona Sans VF"/>
              </a:rPr>
              <a:t>Layered Interface Pattern Working Group</a:t>
            </a: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F2328"/>
                </a:solidFill>
                <a:effectLst/>
                <a:latin typeface="Mona Sans VF"/>
              </a:rPr>
              <a:t>Advanced the examples from the above papers using SysML 2</a:t>
            </a: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F2328"/>
                </a:solidFill>
                <a:effectLst/>
                <a:latin typeface="Mona Sans VF"/>
              </a:rPr>
              <a:t>Updates to the original SysML v1 model from the above papers to express in SysML v2</a:t>
            </a: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F2328"/>
                </a:solidFill>
                <a:effectLst/>
                <a:latin typeface="Mona Sans VF"/>
              </a:rPr>
              <a:t>Other related papers and information available in the OMG SMC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0" name="Right Arrow 9">
            <a:extLst>
              <a:ext uri="{FF2B5EF4-FFF2-40B4-BE49-F238E27FC236}">
                <a16:creationId xmlns:a16="http://schemas.microsoft.com/office/drawing/2014/main" id="{21366891-DA9B-49C3-EE67-E148EE5FC0C2}"/>
              </a:ext>
            </a:extLst>
          </p:cNvPr>
          <p:cNvSpPr/>
          <p:nvPr/>
        </p:nvSpPr>
        <p:spPr>
          <a:xfrm>
            <a:off x="202019" y="1908544"/>
            <a:ext cx="35619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eft Brace 10">
            <a:extLst>
              <a:ext uri="{FF2B5EF4-FFF2-40B4-BE49-F238E27FC236}">
                <a16:creationId xmlns:a16="http://schemas.microsoft.com/office/drawing/2014/main" id="{B3058C1A-9048-529F-CD20-87A559AC9863}"/>
              </a:ext>
            </a:extLst>
          </p:cNvPr>
          <p:cNvSpPr/>
          <p:nvPr/>
        </p:nvSpPr>
        <p:spPr>
          <a:xfrm>
            <a:off x="4359349" y="1238538"/>
            <a:ext cx="155448" cy="4572155"/>
          </a:xfrm>
          <a:prstGeom prst="lef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Curved Connector 12">
            <a:extLst>
              <a:ext uri="{FF2B5EF4-FFF2-40B4-BE49-F238E27FC236}">
                <a16:creationId xmlns:a16="http://schemas.microsoft.com/office/drawing/2014/main" id="{9687F749-B16E-4942-EC98-FB9453ACEE08}"/>
              </a:ext>
            </a:extLst>
          </p:cNvPr>
          <p:cNvCxnSpPr>
            <a:cxnSpLocks/>
            <a:endCxn id="11" idx="1"/>
          </p:cNvCxnSpPr>
          <p:nvPr/>
        </p:nvCxnSpPr>
        <p:spPr>
          <a:xfrm>
            <a:off x="1254642" y="2530549"/>
            <a:ext cx="3104707" cy="994067"/>
          </a:xfrm>
          <a:prstGeom prst="curvedConnector3">
            <a:avLst>
              <a:gd name="adj1" fmla="val 86644"/>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0583765"/>
      </p:ext>
    </p:extLst>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041F5F"/>
      </a:dk2>
      <a:lt2>
        <a:srgbClr val="C9DFF1"/>
      </a:lt2>
      <a:accent1>
        <a:srgbClr val="0051F8"/>
      </a:accent1>
      <a:accent2>
        <a:srgbClr val="032F91"/>
      </a:accent2>
      <a:accent3>
        <a:srgbClr val="041543"/>
      </a:accent3>
      <a:accent4>
        <a:srgbClr val="00AAFB"/>
      </a:accent4>
      <a:accent5>
        <a:srgbClr val="CC2145"/>
      </a:accent5>
      <a:accent6>
        <a:srgbClr val="49A12D"/>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ght_Mode_Master_Template_RC6" id="{8CDF0B2E-4A9F-9640-9945-B21B5A21521D}" vid="{6093039E-46D2-154D-A067-40CA1A31EB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77678108885D4B8820395B6FF466A6" ma:contentTypeVersion="10" ma:contentTypeDescription="Create a new document." ma:contentTypeScope="" ma:versionID="a4b4576a2f014f74a2d8009d3aae3077">
  <xsd:schema xmlns:xsd="http://www.w3.org/2001/XMLSchema" xmlns:xs="http://www.w3.org/2001/XMLSchema" xmlns:p="http://schemas.microsoft.com/office/2006/metadata/properties" xmlns:ns2="fe7cdfc6-4f18-4eca-ad51-38ee86e28cd4" xmlns:ns3="2a85b5b4-6539-4735-a06d-6874d3ecdf27" targetNamespace="http://schemas.microsoft.com/office/2006/metadata/properties" ma:root="true" ma:fieldsID="8c6ecec957aa84593719ca1ebeba2812" ns2:_="" ns3:_="">
    <xsd:import namespace="fe7cdfc6-4f18-4eca-ad51-38ee86e28cd4"/>
    <xsd:import namespace="2a85b5b4-6539-4735-a06d-6874d3ecdf2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7cdfc6-4f18-4eca-ad51-38ee86e28c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3f65c09-b5f2-4260-8021-f674bec9c9b7"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a85b5b4-6539-4735-a06d-6874d3ecdf2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8c3082b-7895-4147-9d7a-f17b472969aa}" ma:internalName="TaxCatchAll" ma:showField="CatchAllData" ma:web="2a85b5b4-6539-4735-a06d-6874d3ecdf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a85b5b4-6539-4735-a06d-6874d3ecdf27" xsi:nil="true"/>
    <lcf76f155ced4ddcb4097134ff3c332f xmlns="fe7cdfc6-4f18-4eca-ad51-38ee86e28cd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CF8F676-45E4-4E2B-8835-6043B4BBAE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7cdfc6-4f18-4eca-ad51-38ee86e28cd4"/>
    <ds:schemaRef ds:uri="2a85b5b4-6539-4735-a06d-6874d3ecdf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832F03-6857-49B3-9CFC-2BBBF65F8A2E}">
  <ds:schemaRefs>
    <ds:schemaRef ds:uri="http://schemas.microsoft.com/sharepoint/v3/contenttype/forms"/>
  </ds:schemaRefs>
</ds:datastoreItem>
</file>

<file path=customXml/itemProps3.xml><?xml version="1.0" encoding="utf-8"?>
<ds:datastoreItem xmlns:ds="http://schemas.openxmlformats.org/officeDocument/2006/customXml" ds:itemID="{BC197EB0-16EA-4CD3-9A74-622ED50F126B}">
  <ds:schemaRefs>
    <ds:schemaRef ds:uri="http://schemas.microsoft.com/office/infopath/2007/PartnerControls"/>
    <ds:schemaRef ds:uri="http://schemas.microsoft.com/office/2006/metadata/properties"/>
    <ds:schemaRef ds:uri="http://schemas.microsoft.com/office/2006/documentManagement/types"/>
    <ds:schemaRef ds:uri="http://purl.org/dc/terms/"/>
    <ds:schemaRef ds:uri="http://www.w3.org/XML/1998/namespace"/>
    <ds:schemaRef ds:uri="http://purl.org/dc/elements/1.1/"/>
    <ds:schemaRef ds:uri="fe7cdfc6-4f18-4eca-ad51-38ee86e28cd4"/>
    <ds:schemaRef ds:uri="http://schemas.openxmlformats.org/package/2006/metadata/core-properties"/>
    <ds:schemaRef ds:uri="2a85b5b4-6539-4735-a06d-6874d3ecdf27"/>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19714</TotalTime>
  <Words>2112</Words>
  <Application>Microsoft Macintosh PowerPoint</Application>
  <PresentationFormat>Widescreen</PresentationFormat>
  <Paragraphs>376</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Arial</vt:lpstr>
      <vt:lpstr>Corbel</vt:lpstr>
      <vt:lpstr>Courier New</vt:lpstr>
      <vt:lpstr>Helvetica</vt:lpstr>
      <vt:lpstr>Mona Sans VF</vt:lpstr>
      <vt:lpstr>Office Theme</vt:lpstr>
      <vt:lpstr>Layered Comms Profile in SysML v1</vt:lpstr>
      <vt:lpstr>SPDX Info</vt:lpstr>
      <vt:lpstr>Layered Protocols Primer</vt:lpstr>
      <vt:lpstr>OSI Model Summarized</vt:lpstr>
      <vt:lpstr>Key Concepts</vt:lpstr>
      <vt:lpstr>Key Concepts</vt:lpstr>
      <vt:lpstr>Key Concepts</vt:lpstr>
      <vt:lpstr>Key Concepts</vt:lpstr>
      <vt:lpstr>Key Concepts</vt:lpstr>
      <vt:lpstr>Key Concepts</vt:lpstr>
      <vt:lpstr>Layered Comms Profile in SysML v1</vt:lpstr>
      <vt:lpstr>Purpose</vt:lpstr>
      <vt:lpstr>Provided Base Model Elements and Stereotypes</vt:lpstr>
      <vt:lpstr>Protocol Entity Aspects</vt:lpstr>
      <vt:lpstr>PDU Aspects</vt:lpstr>
      <vt:lpstr>SDU Aspects</vt:lpstr>
      <vt:lpstr>Stereotypes – Protocol Entity</vt:lpstr>
      <vt:lpstr>Stereotypes – Ports</vt:lpstr>
      <vt:lpstr>Stereotypes – Connections and Flows</vt:lpstr>
      <vt:lpstr>Stereotypes – Complete Set</vt:lpstr>
      <vt:lpstr>Layered Comms Protocol Definition “Pre-Fab”</vt:lpstr>
      <vt:lpstr>The Protocol Model Pre-Fab</vt:lpstr>
      <vt:lpstr>ProtoX from the Pre-Fab – PDU Aspects</vt:lpstr>
      <vt:lpstr>ProtoX from the Pre-Fab – SDU Aspects</vt:lpstr>
      <vt:lpstr>ProtoX from the Pre-Fab: All</vt:lpstr>
      <vt:lpstr>Example: Using Already-Define Protocols to Model Two Hosts Communicating with a Layered Protocol Stack</vt:lpstr>
      <vt:lpstr>Example Layered Comms Stack</vt:lpstr>
      <vt:lpstr>Layered Interconnections</vt:lpstr>
      <vt:lpstr>Layered Protocol Entities within Network Node</vt:lpstr>
      <vt:lpstr>SystemX White Box Layered Comms</vt:lpstr>
      <vt:lpstr>Related Work</vt:lpstr>
    </vt:vector>
  </TitlesOfParts>
  <Manager/>
  <Company>Meador Technologies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Layered Comms Profile in SysML v1 Orientation - Tour - Examples</dc:title>
  <dc:subject/>
  <dc:creator>Guy Meador</dc:creator>
  <cp:keywords/>
  <dc:description>License: CC-BY-4.0</dc:description>
  <cp:lastModifiedBy>Guy Meador</cp:lastModifiedBy>
  <cp:revision>26</cp:revision>
  <dcterms:created xsi:type="dcterms:W3CDTF">2026-06-13T17:12:37Z</dcterms:created>
  <dcterms:modified xsi:type="dcterms:W3CDTF">2026-07-03T17:36:26Z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0x0101007C77678108885D4B8820395B6FF466A6</vt:lpwstr>
  </property>
  <property fmtid="{D5CDD505-2E9C-101B-9397-08002B2CF9AE}" pid="3" name="MediaServiceImageTags">
    <vt:lpwstr/>
  </property>
</Properties>
</file>